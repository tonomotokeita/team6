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643" y="10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A5DE7D-54E3-3641-6506-CD5328316A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DF28CD3-F33B-0073-E6BA-879760705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7832ED-EF34-8178-B0C5-196F172C4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B76F8-8B8E-4E02-8CA3-33C8BDECC1F5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6F57EA-BE13-9C3C-370E-2225CA48E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F94188-F463-9C21-16EA-58DE180B6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D0792-2761-45F9-BFE8-35F554D0E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7866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0E0C86-C3B0-3F64-96EA-A175F453F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E4219B-7653-1F50-5224-10626D590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2DD49B-8305-7BFA-D782-408C100E2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B76F8-8B8E-4E02-8CA3-33C8BDECC1F5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E670DB-A370-6BEB-8177-0AE4A57C1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213AEB-58C2-0EF2-759F-47CCEF0F9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D0792-2761-45F9-BFE8-35F554D0E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5553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F83169-8E89-8403-009D-4735957E1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5BA197C-5A4C-B4BB-9C5F-DA2E201F9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B0707DA-EECA-18E2-B3DD-40B759BA3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B76F8-8B8E-4E02-8CA3-33C8BDECC1F5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752C45-66AD-CEE8-5B2E-915334729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E87D1A-5324-ED78-D4C0-2A0B97B66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D0792-2761-45F9-BFE8-35F554D0E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5952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0B2CAA-3695-BDF0-466A-C92E2250A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A85AF7-2BA2-32BF-D5E5-6BE59C2FB8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E0C3031-D2AB-6946-4871-ACE657594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4EA8C3A-3187-8A84-302B-0E36C5E87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B76F8-8B8E-4E02-8CA3-33C8BDECC1F5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BE35FBD-46B9-D665-A23D-EB768BD9E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E65456C-9786-93FB-2CE3-F77CB002F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D0792-2761-45F9-BFE8-35F554D0E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4002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B5867C-5C36-EFF4-53DE-09251A989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D755D7-4C33-52AC-79D4-E3E5E543A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429899C-FAE7-1068-B9E6-4D11CE725B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F15FC9E-5D1B-BCBC-45FF-75BB84549C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3343CA9-A89C-4920-E29A-5DC7AB45B9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47E46E9-F98C-56CC-6AB2-3715A9447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B76F8-8B8E-4E02-8CA3-33C8BDECC1F5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A265BD3-08E9-598A-CDB4-F8742D7AD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73CD4D3-2835-4417-4763-9DC44F794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D0792-2761-45F9-BFE8-35F554D0E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6455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F2ADDA-2C1C-D426-09D5-08F6BF4D5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1F4B41C-F3AE-4714-62ED-78230EAC8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B76F8-8B8E-4E02-8CA3-33C8BDECC1F5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1E5731A-22BE-FF16-1E45-E4AEFBE86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51341D2-357F-05D2-9C6C-41022FF88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D0792-2761-45F9-BFE8-35F554D0E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3394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A843B27-D573-DA11-4F0B-B2078B7CB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B76F8-8B8E-4E02-8CA3-33C8BDECC1F5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810D0FB-FCFA-89E7-E9A6-FB48417EE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9893EE4-4AF0-7EDA-2724-A7E54B773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D0792-2761-45F9-BFE8-35F554D0E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0498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E0BD43-6468-F4E8-9464-BDB48506A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192874B-4E57-79BA-4A12-2221B850D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26D963-9C98-657F-4E5A-619AEC87F6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7436EF4-E7FA-B8E2-DD86-9A895CBB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B76F8-8B8E-4E02-8CA3-33C8BDECC1F5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43A567-3165-0CC8-FF81-7EE5879E2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41FF602-DB5C-8ECC-9545-6E7D49C14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D0792-2761-45F9-BFE8-35F554D0E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2940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313686-390C-5298-78F5-8C1FB2C2B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2E0B55D-435E-075D-486C-6F4ABA1C8D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E101B93-5FC7-41AE-483D-9BEDA23530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8C3562-A00B-99EA-6777-EE4A9B8BC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B76F8-8B8E-4E02-8CA3-33C8BDECC1F5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B2B957C-104E-DB22-BA87-52A743A1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DB946E6-629D-B8C5-C598-1DCB0E7B8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D0792-2761-45F9-BFE8-35F554D0E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0932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8C63DA-45C3-3A83-F90B-F4BE2DA9A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AB90976-4D45-C175-A5B2-534575551C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2C7895-632E-4214-60A2-616EF329B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B76F8-8B8E-4E02-8CA3-33C8BDECC1F5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5DBC8C-227A-71F3-E7D6-F5AA5AA37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BA10D0-21CB-DE0B-29A4-7156CD025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D0792-2761-45F9-BFE8-35F554D0E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4212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78ADF81-97DC-A0DD-FF96-AD4846A8BC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5CD6EC2-8AF9-579A-5B27-6947BC50A4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9A8DAB-845E-6447-AFDC-00AB50A2A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B76F8-8B8E-4E02-8CA3-33C8BDECC1F5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8DF5EA-6458-4215-2E3A-2BBD8363C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4FB5E6-F267-1FC3-467A-FB6CAC7E3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D0792-2761-45F9-BFE8-35F554D0E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4385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969785A-C7C1-7AE6-5B6C-D652BA54E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5F68ACF-8287-519A-A55F-DF7666388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6FD0C5-4049-1363-5B48-DAF5469280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3B76F8-8B8E-4E02-8CA3-33C8BDECC1F5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F803D4-5F44-93AD-C1A3-E1E05ABE9A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B65B9E-4C2C-59BC-D9C9-17E2112FE4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9D0792-2761-45F9-BFE8-35F554D0EF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3424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C22B2E8-F014-8335-EF66-64C80F610A9F}"/>
              </a:ext>
            </a:extLst>
          </p:cNvPr>
          <p:cNvSpPr/>
          <p:nvPr/>
        </p:nvSpPr>
        <p:spPr>
          <a:xfrm>
            <a:off x="137160" y="0"/>
            <a:ext cx="1205484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ysClr val="windowText" lastClr="000000"/>
              </a:solidFill>
            </a:endParaRP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3AEF84F9-73D9-8C70-F0F9-8E280598CFEF}"/>
              </a:ext>
            </a:extLst>
          </p:cNvPr>
          <p:cNvGrpSpPr/>
          <p:nvPr/>
        </p:nvGrpSpPr>
        <p:grpSpPr>
          <a:xfrm>
            <a:off x="4754880" y="187093"/>
            <a:ext cx="4130040" cy="3679654"/>
            <a:chOff x="5303520" y="1676400"/>
            <a:chExt cx="3252536" cy="2716644"/>
          </a:xfrm>
        </p:grpSpPr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990EDFDA-F57D-09E2-2208-371053B24591}"/>
                </a:ext>
              </a:extLst>
            </p:cNvPr>
            <p:cNvSpPr/>
            <p:nvPr/>
          </p:nvSpPr>
          <p:spPr>
            <a:xfrm>
              <a:off x="6012180" y="2349192"/>
              <a:ext cx="838200" cy="86868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D465FDB0-65B1-D594-8AE7-19EE9574645E}"/>
                </a:ext>
              </a:extLst>
            </p:cNvPr>
            <p:cNvSpPr txBox="1"/>
            <p:nvPr/>
          </p:nvSpPr>
          <p:spPr>
            <a:xfrm>
              <a:off x="5475971" y="4052202"/>
              <a:ext cx="3080085" cy="3408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bg1"/>
                  </a:solidFill>
                </a:rPr>
                <a:t>Lv.12</a:t>
              </a:r>
              <a:r>
                <a:rPr kumimoji="1" lang="ja-JP" altLang="en-US" sz="2400" b="1" dirty="0">
                  <a:solidFill>
                    <a:schemeClr val="bg1"/>
                  </a:solidFill>
                </a:rPr>
                <a:t>→</a:t>
              </a:r>
              <a:r>
                <a:rPr kumimoji="1" lang="en-US" altLang="ja-JP" sz="2400" b="1" dirty="0">
                  <a:solidFill>
                    <a:schemeClr val="bg1"/>
                  </a:solidFill>
                </a:rPr>
                <a:t>Lv.13</a:t>
              </a:r>
              <a:endParaRPr kumimoji="1" lang="ja-JP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03C7D415-E29B-FCDB-BE29-A67F0D7BBBAA}"/>
                </a:ext>
              </a:extLst>
            </p:cNvPr>
            <p:cNvSpPr/>
            <p:nvPr/>
          </p:nvSpPr>
          <p:spPr>
            <a:xfrm>
              <a:off x="5303520" y="1676400"/>
              <a:ext cx="2255520" cy="2214265"/>
            </a:xfrm>
            <a:prstGeom prst="ellipse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E3E51BC7-7162-63BD-EC85-B035719A1D48}"/>
                </a:ext>
              </a:extLst>
            </p:cNvPr>
            <p:cNvSpPr txBox="1"/>
            <p:nvPr/>
          </p:nvSpPr>
          <p:spPr>
            <a:xfrm>
              <a:off x="5553599" y="2590389"/>
              <a:ext cx="1816224" cy="3862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800" b="1" dirty="0">
                  <a:solidFill>
                    <a:srgbClr val="FFC000"/>
                  </a:solidFill>
                </a:rPr>
                <a:t>LEVEL UP!</a:t>
              </a:r>
              <a:endParaRPr kumimoji="1" lang="ja-JP" altLang="en-US" sz="2800" b="1" dirty="0">
                <a:solidFill>
                  <a:srgbClr val="FFC000"/>
                </a:solidFill>
              </a:endParaRPr>
            </a:p>
          </p:txBody>
        </p:sp>
      </p:grp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C5D5EDC-96C0-13B1-E5A4-9BD4BC7E590C}"/>
              </a:ext>
            </a:extLst>
          </p:cNvPr>
          <p:cNvSpPr/>
          <p:nvPr/>
        </p:nvSpPr>
        <p:spPr>
          <a:xfrm>
            <a:off x="2362200" y="3939540"/>
            <a:ext cx="1935480" cy="1554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HP</a:t>
            </a:r>
          </a:p>
          <a:p>
            <a:pPr algn="ctr"/>
            <a:r>
              <a:rPr lang="en-US" altLang="ja-JP" sz="2800" b="1" dirty="0"/>
              <a:t>+15</a:t>
            </a:r>
            <a:endParaRPr kumimoji="1" lang="ja-JP" altLang="en-US" sz="2800" b="1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ED8832F-31E3-D186-E8D3-E56D1E0B03B6}"/>
              </a:ext>
            </a:extLst>
          </p:cNvPr>
          <p:cNvSpPr/>
          <p:nvPr/>
        </p:nvSpPr>
        <p:spPr>
          <a:xfrm>
            <a:off x="5072428" y="3939540"/>
            <a:ext cx="1935480" cy="1554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ATK</a:t>
            </a:r>
          </a:p>
          <a:p>
            <a:pPr algn="ctr"/>
            <a:r>
              <a:rPr lang="en-US" altLang="ja-JP" sz="2800" b="1" dirty="0"/>
              <a:t>+4</a:t>
            </a:r>
            <a:endParaRPr kumimoji="1" lang="ja-JP" altLang="en-US" sz="2800" b="1" dirty="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DA2C388-2BBE-BA59-5388-8FF0796C7911}"/>
              </a:ext>
            </a:extLst>
          </p:cNvPr>
          <p:cNvSpPr/>
          <p:nvPr/>
        </p:nvSpPr>
        <p:spPr>
          <a:xfrm>
            <a:off x="7795260" y="3939540"/>
            <a:ext cx="1935480" cy="1554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SPEED</a:t>
            </a:r>
          </a:p>
          <a:p>
            <a:pPr algn="ctr"/>
            <a:r>
              <a:rPr lang="en-US" altLang="ja-JP" sz="2800" b="1" dirty="0"/>
              <a:t>+2</a:t>
            </a:r>
            <a:endParaRPr kumimoji="1" lang="ja-JP" altLang="en-US" sz="2800" b="1" dirty="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870F350-97E6-FEB2-667E-BF0FD11062DC}"/>
              </a:ext>
            </a:extLst>
          </p:cNvPr>
          <p:cNvSpPr/>
          <p:nvPr/>
        </p:nvSpPr>
        <p:spPr>
          <a:xfrm>
            <a:off x="4511040" y="5684520"/>
            <a:ext cx="3107878" cy="79248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OK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8311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ED0C6B0-902C-4178-7D79-A04F201638B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51210C6C-E7B1-009F-7D96-EE59FCC1D8C4}"/>
              </a:ext>
            </a:extLst>
          </p:cNvPr>
          <p:cNvGrpSpPr/>
          <p:nvPr/>
        </p:nvGrpSpPr>
        <p:grpSpPr>
          <a:xfrm>
            <a:off x="714375" y="441960"/>
            <a:ext cx="9420224" cy="6416040"/>
            <a:chOff x="-1489563" y="441960"/>
            <a:chExt cx="9420224" cy="6416040"/>
          </a:xfrm>
        </p:grpSpPr>
        <p:sp>
          <p:nvSpPr>
            <p:cNvPr id="3" name="四角形: 角を丸くする 2">
              <a:extLst>
                <a:ext uri="{FF2B5EF4-FFF2-40B4-BE49-F238E27FC236}">
                  <a16:creationId xmlns:a16="http://schemas.microsoft.com/office/drawing/2014/main" id="{FE8F9528-7172-3399-68BD-B91C4FDAAB56}"/>
                </a:ext>
              </a:extLst>
            </p:cNvPr>
            <p:cNvSpPr/>
            <p:nvPr/>
          </p:nvSpPr>
          <p:spPr>
            <a:xfrm>
              <a:off x="-788523" y="441960"/>
              <a:ext cx="2895600" cy="51816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C1143467-5080-77FF-1017-D09AAAACC456}"/>
                </a:ext>
              </a:extLst>
            </p:cNvPr>
            <p:cNvSpPr txBox="1"/>
            <p:nvPr/>
          </p:nvSpPr>
          <p:spPr>
            <a:xfrm>
              <a:off x="-1489563" y="563880"/>
              <a:ext cx="701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>
                  <a:solidFill>
                    <a:schemeClr val="bg1"/>
                  </a:solidFill>
                </a:rPr>
                <a:t>HP</a:t>
              </a:r>
              <a:endParaRPr kumimoji="1" lang="ja-JP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A0C83B89-EB8E-8434-1B89-EA0FC5E1BFE4}"/>
                </a:ext>
              </a:extLst>
            </p:cNvPr>
            <p:cNvSpPr/>
            <p:nvPr/>
          </p:nvSpPr>
          <p:spPr>
            <a:xfrm>
              <a:off x="-788523" y="441960"/>
              <a:ext cx="1676400" cy="51816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4870BEC2-AE04-6DE5-D5D7-784B259CB03C}"/>
                </a:ext>
              </a:extLst>
            </p:cNvPr>
            <p:cNvSpPr txBox="1"/>
            <p:nvPr/>
          </p:nvSpPr>
          <p:spPr>
            <a:xfrm>
              <a:off x="-1306683" y="1055132"/>
              <a:ext cx="1676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>
                  <a:solidFill>
                    <a:schemeClr val="bg1"/>
                  </a:solidFill>
                </a:rPr>
                <a:t>Stage 1-2</a:t>
              </a:r>
              <a:endParaRPr kumimoji="1" lang="ja-JP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7" name="吹き出し: 四方向矢印 6">
              <a:extLst>
                <a:ext uri="{FF2B5EF4-FFF2-40B4-BE49-F238E27FC236}">
                  <a16:creationId xmlns:a16="http://schemas.microsoft.com/office/drawing/2014/main" id="{1D11FACF-4A00-7DF0-A596-3220F0BD5476}"/>
                </a:ext>
              </a:extLst>
            </p:cNvPr>
            <p:cNvSpPr/>
            <p:nvPr/>
          </p:nvSpPr>
          <p:spPr>
            <a:xfrm>
              <a:off x="2910840" y="5120640"/>
              <a:ext cx="1950720" cy="1737360"/>
            </a:xfrm>
            <a:prstGeom prst="quadArrowCallou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85709AB3-D6AD-EB30-C650-60E0FCE4EE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44661" y="2209800"/>
              <a:ext cx="1219200" cy="1219200"/>
            </a:xfrm>
            <a:prstGeom prst="rect">
              <a:avLst/>
            </a:prstGeom>
          </p:spPr>
        </p:pic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4AEF7B96-9788-90AC-C4AF-BD712BF19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32760" y="1097280"/>
              <a:ext cx="1249680" cy="1249680"/>
            </a:xfrm>
            <a:prstGeom prst="rect">
              <a:avLst/>
            </a:prstGeom>
          </p:spPr>
        </p:pic>
        <p:pic>
          <p:nvPicPr>
            <p:cNvPr id="13" name="図 12">
              <a:extLst>
                <a:ext uri="{FF2B5EF4-FFF2-40B4-BE49-F238E27FC236}">
                  <a16:creationId xmlns:a16="http://schemas.microsoft.com/office/drawing/2014/main" id="{99883415-4009-5EB4-0C8F-6C1164A107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7477" y="1874520"/>
              <a:ext cx="1219200" cy="1219200"/>
            </a:xfrm>
            <a:prstGeom prst="rect">
              <a:avLst/>
            </a:prstGeom>
          </p:spPr>
        </p:pic>
        <p:sp>
          <p:nvSpPr>
            <p:cNvPr id="18" name="矢印: 上 17">
              <a:extLst>
                <a:ext uri="{FF2B5EF4-FFF2-40B4-BE49-F238E27FC236}">
                  <a16:creationId xmlns:a16="http://schemas.microsoft.com/office/drawing/2014/main" id="{4B9C6260-ABE2-EEB1-A127-AF4F00240E32}"/>
                </a:ext>
              </a:extLst>
            </p:cNvPr>
            <p:cNvSpPr/>
            <p:nvPr/>
          </p:nvSpPr>
          <p:spPr>
            <a:xfrm>
              <a:off x="3383280" y="2514600"/>
              <a:ext cx="502920" cy="2164080"/>
            </a:xfrm>
            <a:prstGeom prst="upArrow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稲妻 18">
              <a:extLst>
                <a:ext uri="{FF2B5EF4-FFF2-40B4-BE49-F238E27FC236}">
                  <a16:creationId xmlns:a16="http://schemas.microsoft.com/office/drawing/2014/main" id="{5558827B-5A16-8627-F94B-BF6F1B3C69D5}"/>
                </a:ext>
              </a:extLst>
            </p:cNvPr>
            <p:cNvSpPr/>
            <p:nvPr/>
          </p:nvSpPr>
          <p:spPr>
            <a:xfrm>
              <a:off x="2568087" y="1234440"/>
              <a:ext cx="1417320" cy="1295400"/>
            </a:xfrm>
            <a:prstGeom prst="lightningBol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BE9EF065-0EE8-7154-B225-0991AC0735BE}"/>
                </a:ext>
              </a:extLst>
            </p:cNvPr>
            <p:cNvSpPr txBox="1"/>
            <p:nvPr/>
          </p:nvSpPr>
          <p:spPr>
            <a:xfrm>
              <a:off x="6254261" y="616038"/>
              <a:ext cx="1676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dirty="0"/>
                <a:t>💰</a:t>
              </a:r>
              <a:r>
                <a:rPr kumimoji="1" lang="ja-JP" altLang="en-US" sz="2400" dirty="0">
                  <a:solidFill>
                    <a:srgbClr val="FFFF00"/>
                  </a:solidFill>
                </a:rPr>
                <a:t>　</a:t>
              </a:r>
              <a:r>
                <a:rPr kumimoji="1" lang="en-US" altLang="ja-JP" sz="2400" dirty="0">
                  <a:solidFill>
                    <a:srgbClr val="FFFF00"/>
                  </a:solidFill>
                </a:rPr>
                <a:t>5051</a:t>
              </a:r>
              <a:endParaRPr kumimoji="1" lang="ja-JP" altLang="en-US" sz="2400" dirty="0">
                <a:solidFill>
                  <a:srgbClr val="FF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9281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6450DED-E507-2C15-D73C-64902514CCD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8B2169A-47A8-1B1A-1436-6E367B43EF59}"/>
              </a:ext>
            </a:extLst>
          </p:cNvPr>
          <p:cNvSpPr txBox="1"/>
          <p:nvPr/>
        </p:nvSpPr>
        <p:spPr>
          <a:xfrm>
            <a:off x="3751383" y="1008185"/>
            <a:ext cx="77372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STAGE CLEAR!</a:t>
            </a:r>
            <a:endParaRPr kumimoji="1" lang="ja-JP" altLang="en-US" sz="5400" b="1" dirty="0">
              <a:solidFill>
                <a:schemeClr val="accent1">
                  <a:lumMod val="40000"/>
                  <a:lumOff val="60000"/>
                </a:schemeClr>
              </a:solidFill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C825BE1-86BF-318F-DE74-5700CB36C070}"/>
              </a:ext>
            </a:extLst>
          </p:cNvPr>
          <p:cNvSpPr/>
          <p:nvPr/>
        </p:nvSpPr>
        <p:spPr>
          <a:xfrm>
            <a:off x="2227384" y="2233246"/>
            <a:ext cx="7737232" cy="23915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獲得コイン　　　　　　　</a:t>
            </a:r>
            <a:r>
              <a:rPr kumimoji="1" lang="en-US" altLang="ja-JP" sz="2800" dirty="0">
                <a:solidFill>
                  <a:srgbClr val="FFFF00"/>
                </a:solidFill>
              </a:rPr>
              <a:t>+480</a:t>
            </a:r>
          </a:p>
          <a:p>
            <a:pPr algn="ctr"/>
            <a:r>
              <a:rPr lang="ja-JP" altLang="en-US" sz="2800" dirty="0"/>
              <a:t>獲得</a:t>
            </a:r>
            <a:r>
              <a:rPr lang="en-US" altLang="ja-JP" sz="2800" dirty="0"/>
              <a:t>EXP</a:t>
            </a:r>
            <a:r>
              <a:rPr lang="ja-JP" altLang="en-US" sz="2800" dirty="0"/>
              <a:t>　　　　　　　</a:t>
            </a:r>
            <a:r>
              <a:rPr lang="en-US" altLang="ja-JP" sz="28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+320</a:t>
            </a:r>
          </a:p>
          <a:p>
            <a:pPr algn="ctr"/>
            <a:r>
              <a:rPr kumimoji="1" lang="ja-JP" altLang="en-US" sz="2800" dirty="0"/>
              <a:t>クリアタイム　　　　　　　</a:t>
            </a:r>
            <a:r>
              <a:rPr kumimoji="1" lang="en-US" altLang="ja-JP" sz="2800" dirty="0"/>
              <a:t>01:40</a:t>
            </a:r>
            <a:endParaRPr kumimoji="1" lang="ja-JP" altLang="en-US" sz="2800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72CB859A-F942-15FE-A499-19EFDD1623A2}"/>
              </a:ext>
            </a:extLst>
          </p:cNvPr>
          <p:cNvSpPr/>
          <p:nvPr/>
        </p:nvSpPr>
        <p:spPr>
          <a:xfrm>
            <a:off x="2227384" y="4829908"/>
            <a:ext cx="7737232" cy="82061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/>
              <a:t>次のステージへ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639F69CB-B900-851D-D8CF-8B6587EFA18E}"/>
              </a:ext>
            </a:extLst>
          </p:cNvPr>
          <p:cNvSpPr/>
          <p:nvPr/>
        </p:nvSpPr>
        <p:spPr>
          <a:xfrm>
            <a:off x="4009292" y="5838092"/>
            <a:ext cx="4572000" cy="8206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/>
              <a:t>ホームへ戻る</a:t>
            </a:r>
          </a:p>
        </p:txBody>
      </p:sp>
    </p:spTree>
    <p:extLst>
      <p:ext uri="{BB962C8B-B14F-4D97-AF65-F5344CB8AC3E}">
        <p14:creationId xmlns:p14="http://schemas.microsoft.com/office/powerpoint/2010/main" val="469748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</TotalTime>
  <Words>45</Words>
  <Application>Microsoft Office PowerPoint</Application>
  <PresentationFormat>ワイド画面</PresentationFormat>
  <Paragraphs>18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游ゴシック</vt:lpstr>
      <vt:lpstr>游ゴシック Light</vt:lpstr>
      <vt:lpstr>ADLaM Display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FUNATO Yugo</dc:creator>
  <cp:lastModifiedBy>FUNATO Yugo</cp:lastModifiedBy>
  <cp:revision>4</cp:revision>
  <dcterms:created xsi:type="dcterms:W3CDTF">2026-07-07T06:49:33Z</dcterms:created>
  <dcterms:modified xsi:type="dcterms:W3CDTF">2026-07-07T15:59:55Z</dcterms:modified>
</cp:coreProperties>
</file>