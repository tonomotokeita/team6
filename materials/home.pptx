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6B991-4B2E-455E-BBA3-C7B76CF028E4}" v="31" dt="2026-07-03T16:12:13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0" d="100"/>
          <a:sy n="30" d="100"/>
        </p:scale>
        <p:origin x="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菜 岡本" userId="31e2b59a501c0726" providerId="LiveId" clId="{CEB672E4-78D8-47D5-914F-E332CC1C85AA}"/>
    <pc:docChg chg="undo custSel addSld delSld modSld">
      <pc:chgData name="祐菜 岡本" userId="31e2b59a501c0726" providerId="LiveId" clId="{CEB672E4-78D8-47D5-914F-E332CC1C85AA}" dt="2026-07-03T16:14:08.994" v="719" actId="207"/>
      <pc:docMkLst>
        <pc:docMk/>
      </pc:docMkLst>
      <pc:sldChg chg="addSp delSp modSp mod setBg setClrOvrMap">
        <pc:chgData name="祐菜 岡本" userId="31e2b59a501c0726" providerId="LiveId" clId="{CEB672E4-78D8-47D5-914F-E332CC1C85AA}" dt="2026-07-03T16:13:51.114" v="718" actId="207"/>
        <pc:sldMkLst>
          <pc:docMk/>
          <pc:sldMk cId="321416187" sldId="256"/>
        </pc:sldMkLst>
        <pc:spChg chg="mod ord">
          <ac:chgData name="祐菜 岡本" userId="31e2b59a501c0726" providerId="LiveId" clId="{CEB672E4-78D8-47D5-914F-E332CC1C85AA}" dt="2026-07-03T16:13:51.114" v="718" actId="207"/>
          <ac:spMkLst>
            <pc:docMk/>
            <pc:sldMk cId="321416187" sldId="256"/>
            <ac:spMk id="5" creationId="{BA468191-4307-A6ED-5939-A40C4D17B939}"/>
          </ac:spMkLst>
        </pc:spChg>
        <pc:spChg chg="mod">
          <ac:chgData name="祐菜 岡本" userId="31e2b59a501c0726" providerId="LiveId" clId="{CEB672E4-78D8-47D5-914F-E332CC1C85AA}" dt="2026-07-03T16:06:32.172" v="648" actId="113"/>
          <ac:spMkLst>
            <pc:docMk/>
            <pc:sldMk cId="321416187" sldId="256"/>
            <ac:spMk id="6" creationId="{2F2F490E-E746-3AF7-75DD-48EBE2D59945}"/>
          </ac:spMkLst>
        </pc:spChg>
        <pc:spChg chg="add mod">
          <ac:chgData name="祐菜 岡本" userId="31e2b59a501c0726" providerId="LiveId" clId="{CEB672E4-78D8-47D5-914F-E332CC1C85AA}" dt="2026-07-03T16:13:20.849" v="714" actId="207"/>
          <ac:spMkLst>
            <pc:docMk/>
            <pc:sldMk cId="321416187" sldId="256"/>
            <ac:spMk id="22" creationId="{0C8EAF8E-DC35-861D-6E77-2B2280958E7F}"/>
          </ac:spMkLst>
        </pc:spChg>
        <pc:spChg chg="add mod">
          <ac:chgData name="祐菜 岡本" userId="31e2b59a501c0726" providerId="LiveId" clId="{CEB672E4-78D8-47D5-914F-E332CC1C85AA}" dt="2026-07-03T16:13:09.976" v="713" actId="207"/>
          <ac:spMkLst>
            <pc:docMk/>
            <pc:sldMk cId="321416187" sldId="256"/>
            <ac:spMk id="23" creationId="{470EF802-D4D6-CBE7-BCA2-B8B1430506C0}"/>
          </ac:spMkLst>
        </pc:spChg>
        <pc:spChg chg="add mod">
          <ac:chgData name="祐菜 岡本" userId="31e2b59a501c0726" providerId="LiveId" clId="{CEB672E4-78D8-47D5-914F-E332CC1C85AA}" dt="2026-07-03T16:13:33.262" v="716" actId="207"/>
          <ac:spMkLst>
            <pc:docMk/>
            <pc:sldMk cId="321416187" sldId="256"/>
            <ac:spMk id="24" creationId="{DE12FD28-91E2-F574-0BA5-47D6A4B7266A}"/>
          </ac:spMkLst>
        </pc:spChg>
        <pc:spChg chg="add mod">
          <ac:chgData name="祐菜 岡本" userId="31e2b59a501c0726" providerId="LiveId" clId="{CEB672E4-78D8-47D5-914F-E332CC1C85AA}" dt="2026-07-03T16:13:28.020" v="715" actId="207"/>
          <ac:spMkLst>
            <pc:docMk/>
            <pc:sldMk cId="321416187" sldId="256"/>
            <ac:spMk id="25" creationId="{2E52E93F-A22A-1FDB-DEFA-8628EEAB1C75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26" creationId="{C20267F5-D4E6-477A-A590-81F2ABD1B862}"/>
          </ac:spMkLst>
        </pc:spChg>
        <pc:spChg chg="add mod">
          <ac:chgData name="祐菜 岡本" userId="31e2b59a501c0726" providerId="LiveId" clId="{CEB672E4-78D8-47D5-914F-E332CC1C85AA}" dt="2026-07-03T16:12:55.527" v="711" actId="207"/>
          <ac:spMkLst>
            <pc:docMk/>
            <pc:sldMk cId="321416187" sldId="256"/>
            <ac:spMk id="27" creationId="{8A49CD90-871A-80CE-E9C3-55A4A555C566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28" creationId="{F6E384F5-137A-40B1-97F0-694CC6ECD59C}"/>
          </ac:spMkLst>
        </pc:spChg>
        <pc:spChg chg="add mod">
          <ac:chgData name="祐菜 岡本" userId="31e2b59a501c0726" providerId="LiveId" clId="{CEB672E4-78D8-47D5-914F-E332CC1C85AA}" dt="2026-07-03T16:13:01.641" v="712" actId="207"/>
          <ac:spMkLst>
            <pc:docMk/>
            <pc:sldMk cId="321416187" sldId="256"/>
            <ac:spMk id="29" creationId="{F4BBB187-B0DB-A8BD-E3C0-BD4A2173618D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30" creationId="{9DBC4630-03DA-474F-BBCB-BA3AE6B317A4}"/>
          </ac:spMkLst>
        </pc:spChg>
        <pc:spChg chg="add mod">
          <ac:chgData name="祐菜 岡本" userId="31e2b59a501c0726" providerId="LiveId" clId="{CEB672E4-78D8-47D5-914F-E332CC1C85AA}" dt="2026-07-03T16:13:39.093" v="717" actId="207"/>
          <ac:spMkLst>
            <pc:docMk/>
            <pc:sldMk cId="321416187" sldId="256"/>
            <ac:spMk id="31" creationId="{990828C0-D257-4791-AA85-31CDE3171B3A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32" creationId="{DB6FE6A8-3E05-4C40-9190-B19BFD524416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34" creationId="{38315451-BA4E-4F56-BA8A-9CCCA5A0DC22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36" creationId="{5665E03E-3504-4366-BFC7-0CDEDC637069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40" creationId="{A9A95DA0-8F7C-4AB7-B890-22075705D2D3}"/>
          </ac:spMkLst>
        </pc:spChg>
        <pc:spChg chg="add del">
          <ac:chgData name="祐菜 岡本" userId="31e2b59a501c0726" providerId="LiveId" clId="{CEB672E4-78D8-47D5-914F-E332CC1C85AA}" dt="2026-07-03T16:05:57.129" v="642" actId="26606"/>
          <ac:spMkLst>
            <pc:docMk/>
            <pc:sldMk cId="321416187" sldId="256"/>
            <ac:spMk id="42" creationId="{6B9D64DB-4D5C-4A91-B45F-F301E3174F9F}"/>
          </ac:spMkLst>
        </pc:spChg>
        <pc:picChg chg="add del mod">
          <ac:chgData name="祐菜 岡本" userId="31e2b59a501c0726" providerId="LiveId" clId="{CEB672E4-78D8-47D5-914F-E332CC1C85AA}" dt="2026-07-03T16:05:11.762" v="633" actId="478"/>
          <ac:picMkLst>
            <pc:docMk/>
            <pc:sldMk cId="321416187" sldId="256"/>
            <ac:picMk id="3" creationId="{B94243EF-A198-9381-2C46-5B94A33F57E9}"/>
          </ac:picMkLst>
        </pc:picChg>
        <pc:picChg chg="add del mod">
          <ac:chgData name="祐菜 岡本" userId="31e2b59a501c0726" providerId="LiveId" clId="{CEB672E4-78D8-47D5-914F-E332CC1C85AA}" dt="2026-07-03T16:04:32.222" v="622" actId="478"/>
          <ac:picMkLst>
            <pc:docMk/>
            <pc:sldMk cId="321416187" sldId="256"/>
            <ac:picMk id="7" creationId="{2E3197D6-E48F-B452-B2BB-570E8559AA93}"/>
          </ac:picMkLst>
        </pc:picChg>
        <pc:picChg chg="add del mod">
          <ac:chgData name="祐菜 岡本" userId="31e2b59a501c0726" providerId="LiveId" clId="{CEB672E4-78D8-47D5-914F-E332CC1C85AA}" dt="2026-07-03T16:05:23.729" v="636" actId="478"/>
          <ac:picMkLst>
            <pc:docMk/>
            <pc:sldMk cId="321416187" sldId="256"/>
            <ac:picMk id="9" creationId="{A18BB0F3-FDE2-3151-1083-C07B4BABC1F3}"/>
          </ac:picMkLst>
        </pc:picChg>
        <pc:picChg chg="add del mod">
          <ac:chgData name="祐菜 岡本" userId="31e2b59a501c0726" providerId="LiveId" clId="{CEB672E4-78D8-47D5-914F-E332CC1C85AA}" dt="2026-07-03T16:06:51.127" v="653" actId="478"/>
          <ac:picMkLst>
            <pc:docMk/>
            <pc:sldMk cId="321416187" sldId="256"/>
            <ac:picMk id="11" creationId="{01E0ACC7-2E0B-4C9C-B41E-7F7C4E3FA3FB}"/>
          </ac:picMkLst>
        </pc:picChg>
        <pc:picChg chg="add del mod">
          <ac:chgData name="祐菜 岡本" userId="31e2b59a501c0726" providerId="LiveId" clId="{CEB672E4-78D8-47D5-914F-E332CC1C85AA}" dt="2026-07-03T16:06:45.813" v="650" actId="478"/>
          <ac:picMkLst>
            <pc:docMk/>
            <pc:sldMk cId="321416187" sldId="256"/>
            <ac:picMk id="13" creationId="{4846D0AA-3EA6-D07B-18CF-06BA7DE1EBFB}"/>
          </ac:picMkLst>
        </pc:picChg>
        <pc:picChg chg="add del mod">
          <ac:chgData name="祐菜 岡本" userId="31e2b59a501c0726" providerId="LiveId" clId="{CEB672E4-78D8-47D5-914F-E332CC1C85AA}" dt="2026-07-03T16:05:20.974" v="635" actId="478"/>
          <ac:picMkLst>
            <pc:docMk/>
            <pc:sldMk cId="321416187" sldId="256"/>
            <ac:picMk id="15" creationId="{EBC907A5-5597-1F75-8305-B9140975155A}"/>
          </ac:picMkLst>
        </pc:picChg>
        <pc:picChg chg="add del mod">
          <ac:chgData name="祐菜 岡本" userId="31e2b59a501c0726" providerId="LiveId" clId="{CEB672E4-78D8-47D5-914F-E332CC1C85AA}" dt="2026-07-03T16:06:49.121" v="652" actId="478"/>
          <ac:picMkLst>
            <pc:docMk/>
            <pc:sldMk cId="321416187" sldId="256"/>
            <ac:picMk id="17" creationId="{570040E2-8E11-3757-C125-89EA4428DCBD}"/>
          </ac:picMkLst>
        </pc:picChg>
        <pc:picChg chg="add del mod">
          <ac:chgData name="祐菜 岡本" userId="31e2b59a501c0726" providerId="LiveId" clId="{CEB672E4-78D8-47D5-914F-E332CC1C85AA}" dt="2026-07-03T16:06:44.303" v="649" actId="478"/>
          <ac:picMkLst>
            <pc:docMk/>
            <pc:sldMk cId="321416187" sldId="256"/>
            <ac:picMk id="19" creationId="{07B0905B-70D0-0401-438B-F24B197AD318}"/>
          </ac:picMkLst>
        </pc:picChg>
        <pc:picChg chg="add del mod">
          <ac:chgData name="祐菜 岡本" userId="31e2b59a501c0726" providerId="LiveId" clId="{CEB672E4-78D8-47D5-914F-E332CC1C85AA}" dt="2026-07-03T16:06:47.648" v="651" actId="478"/>
          <ac:picMkLst>
            <pc:docMk/>
            <pc:sldMk cId="321416187" sldId="256"/>
            <ac:picMk id="20" creationId="{774DD649-6E11-ECC5-1729-AD6EC39519A9}"/>
          </ac:picMkLst>
        </pc:picChg>
        <pc:picChg chg="add del mod">
          <ac:chgData name="祐菜 岡本" userId="31e2b59a501c0726" providerId="LiveId" clId="{CEB672E4-78D8-47D5-914F-E332CC1C85AA}" dt="2026-07-03T16:06:01.264" v="643" actId="478"/>
          <ac:picMkLst>
            <pc:docMk/>
            <pc:sldMk cId="321416187" sldId="256"/>
            <ac:picMk id="21" creationId="{84EB719D-4BA5-6B32-B306-60B0FACB487D}"/>
          </ac:picMkLst>
        </pc:picChg>
      </pc:sldChg>
      <pc:sldChg chg="addSp delSp modSp mod">
        <pc:chgData name="祐菜 岡本" userId="31e2b59a501c0726" providerId="LiveId" clId="{CEB672E4-78D8-47D5-914F-E332CC1C85AA}" dt="2026-07-03T16:14:08.994" v="719" actId="207"/>
        <pc:sldMkLst>
          <pc:docMk/>
          <pc:sldMk cId="3829771632" sldId="257"/>
        </pc:sldMkLst>
        <pc:spChg chg="add mod">
          <ac:chgData name="祐菜 岡本" userId="31e2b59a501c0726" providerId="LiveId" clId="{CEB672E4-78D8-47D5-914F-E332CC1C85AA}" dt="2026-07-03T16:07:55.185" v="656" actId="207"/>
          <ac:spMkLst>
            <pc:docMk/>
            <pc:sldMk cId="3829771632" sldId="257"/>
            <ac:spMk id="6" creationId="{78038575-95F8-5B9E-58DF-E02015965311}"/>
          </ac:spMkLst>
        </pc:spChg>
        <pc:spChg chg="add mod">
          <ac:chgData name="祐菜 岡本" userId="31e2b59a501c0726" providerId="LiveId" clId="{CEB672E4-78D8-47D5-914F-E332CC1C85AA}" dt="2026-07-03T16:08:04.993" v="658" actId="207"/>
          <ac:spMkLst>
            <pc:docMk/>
            <pc:sldMk cId="3829771632" sldId="257"/>
            <ac:spMk id="7" creationId="{019C43D1-CC48-7700-AE2B-3904E4A795A2}"/>
          </ac:spMkLst>
        </pc:spChg>
        <pc:spChg chg="add mod">
          <ac:chgData name="祐菜 岡本" userId="31e2b59a501c0726" providerId="LiveId" clId="{CEB672E4-78D8-47D5-914F-E332CC1C85AA}" dt="2026-07-03T16:08:09.207" v="659" actId="207"/>
          <ac:spMkLst>
            <pc:docMk/>
            <pc:sldMk cId="3829771632" sldId="257"/>
            <ac:spMk id="8" creationId="{7C6392BC-B845-AF11-8AF8-813B8849AE27}"/>
          </ac:spMkLst>
        </pc:spChg>
        <pc:spChg chg="add mod">
          <ac:chgData name="祐菜 岡本" userId="31e2b59a501c0726" providerId="LiveId" clId="{CEB672E4-78D8-47D5-914F-E332CC1C85AA}" dt="2026-07-03T16:08:12.753" v="660" actId="207"/>
          <ac:spMkLst>
            <pc:docMk/>
            <pc:sldMk cId="3829771632" sldId="257"/>
            <ac:spMk id="9" creationId="{C8668D7C-2FF5-12A8-A011-67B5BD96CA27}"/>
          </ac:spMkLst>
        </pc:spChg>
        <pc:spChg chg="add mod">
          <ac:chgData name="祐菜 岡本" userId="31e2b59a501c0726" providerId="LiveId" clId="{CEB672E4-78D8-47D5-914F-E332CC1C85AA}" dt="2026-07-01T02:49:08.275" v="267" actId="1076"/>
          <ac:spMkLst>
            <pc:docMk/>
            <pc:sldMk cId="3829771632" sldId="257"/>
            <ac:spMk id="10" creationId="{8206764A-A08E-9BD1-83D7-BEA7DDF03201}"/>
          </ac:spMkLst>
        </pc:spChg>
        <pc:spChg chg="add mod">
          <ac:chgData name="祐菜 岡本" userId="31e2b59a501c0726" providerId="LiveId" clId="{CEB672E4-78D8-47D5-914F-E332CC1C85AA}" dt="2026-07-03T16:14:08.994" v="719" actId="207"/>
          <ac:spMkLst>
            <pc:docMk/>
            <pc:sldMk cId="3829771632" sldId="257"/>
            <ac:spMk id="11" creationId="{8B768F63-10C5-12A1-4791-B4E84E37B734}"/>
          </ac:spMkLst>
        </pc:spChg>
        <pc:spChg chg="add mod">
          <ac:chgData name="祐菜 岡本" userId="31e2b59a501c0726" providerId="LiveId" clId="{CEB672E4-78D8-47D5-914F-E332CC1C85AA}" dt="2026-07-03T16:07:28.963" v="654" actId="207"/>
          <ac:spMkLst>
            <pc:docMk/>
            <pc:sldMk cId="3829771632" sldId="257"/>
            <ac:spMk id="16" creationId="{44160D0C-25ED-D7D7-236A-8C841F163100}"/>
          </ac:spMkLst>
        </pc:spChg>
        <pc:spChg chg="add mod">
          <ac:chgData name="祐菜 岡本" userId="31e2b59a501c0726" providerId="LiveId" clId="{CEB672E4-78D8-47D5-914F-E332CC1C85AA}" dt="2026-07-03T16:07:38.315" v="655" actId="207"/>
          <ac:spMkLst>
            <pc:docMk/>
            <pc:sldMk cId="3829771632" sldId="257"/>
            <ac:spMk id="17" creationId="{7D5FDDA7-BA1E-22E4-6C87-DF35A20C7D88}"/>
          </ac:spMkLst>
        </pc:spChg>
        <pc:spChg chg="add mod">
          <ac:chgData name="祐菜 岡本" userId="31e2b59a501c0726" providerId="LiveId" clId="{CEB672E4-78D8-47D5-914F-E332CC1C85AA}" dt="2026-07-01T03:35:38.057" v="338" actId="207"/>
          <ac:spMkLst>
            <pc:docMk/>
            <pc:sldMk cId="3829771632" sldId="257"/>
            <ac:spMk id="18" creationId="{55DFDEBF-1B2B-FDB9-8F8C-E01E8A209BD0}"/>
          </ac:spMkLst>
        </pc:spChg>
        <pc:spChg chg="add mod">
          <ac:chgData name="祐菜 岡本" userId="31e2b59a501c0726" providerId="LiveId" clId="{CEB672E4-78D8-47D5-914F-E332CC1C85AA}" dt="2026-07-01T02:50:21.985" v="309" actId="14100"/>
          <ac:spMkLst>
            <pc:docMk/>
            <pc:sldMk cId="3829771632" sldId="257"/>
            <ac:spMk id="19" creationId="{DDB9BB07-1900-118C-C01F-D0F9BE1A00F6}"/>
          </ac:spMkLst>
        </pc:spChg>
        <pc:spChg chg="add mod">
          <ac:chgData name="祐菜 岡本" userId="31e2b59a501c0726" providerId="LiveId" clId="{CEB672E4-78D8-47D5-914F-E332CC1C85AA}" dt="2026-07-01T02:50:51.958" v="313" actId="1076"/>
          <ac:spMkLst>
            <pc:docMk/>
            <pc:sldMk cId="3829771632" sldId="257"/>
            <ac:spMk id="20" creationId="{64646907-7060-1E3D-B75C-166E1F20BBBA}"/>
          </ac:spMkLst>
        </pc:spChg>
        <pc:spChg chg="add mod">
          <ac:chgData name="祐菜 岡本" userId="31e2b59a501c0726" providerId="LiveId" clId="{CEB672E4-78D8-47D5-914F-E332CC1C85AA}" dt="2026-07-01T02:51:42.021" v="317" actId="207"/>
          <ac:spMkLst>
            <pc:docMk/>
            <pc:sldMk cId="3829771632" sldId="257"/>
            <ac:spMk id="21" creationId="{9FEE94ED-A45C-AB99-0C50-2528BFBFEB93}"/>
          </ac:spMkLst>
        </pc:spChg>
        <pc:spChg chg="add mod">
          <ac:chgData name="祐菜 岡本" userId="31e2b59a501c0726" providerId="LiveId" clId="{CEB672E4-78D8-47D5-914F-E332CC1C85AA}" dt="2026-07-01T02:52:29.308" v="336" actId="1076"/>
          <ac:spMkLst>
            <pc:docMk/>
            <pc:sldMk cId="3829771632" sldId="257"/>
            <ac:spMk id="22" creationId="{FB28E9E1-5806-E95A-7287-C86B7C491919}"/>
          </ac:spMkLst>
        </pc:spChg>
        <pc:picChg chg="add mod">
          <ac:chgData name="祐菜 岡本" userId="31e2b59a501c0726" providerId="LiveId" clId="{CEB672E4-78D8-47D5-914F-E332CC1C85AA}" dt="2026-07-01T02:49:08.275" v="267" actId="1076"/>
          <ac:picMkLst>
            <pc:docMk/>
            <pc:sldMk cId="3829771632" sldId="257"/>
            <ac:picMk id="15" creationId="{B2E88F7D-5C10-152F-08CF-EF798ED6F393}"/>
          </ac:picMkLst>
        </pc:picChg>
      </pc:sldChg>
      <pc:sldChg chg="delSp new del mod">
        <pc:chgData name="祐菜 岡本" userId="31e2b59a501c0726" providerId="LiveId" clId="{CEB672E4-78D8-47D5-914F-E332CC1C85AA}" dt="2026-07-03T15:46:55.676" v="343" actId="47"/>
        <pc:sldMkLst>
          <pc:docMk/>
          <pc:sldMk cId="1151445268" sldId="258"/>
        </pc:sldMkLst>
        <pc:spChg chg="del">
          <ac:chgData name="祐菜 岡本" userId="31e2b59a501c0726" providerId="LiveId" clId="{CEB672E4-78D8-47D5-914F-E332CC1C85AA}" dt="2026-07-03T15:45:58.839" v="340" actId="478"/>
          <ac:spMkLst>
            <pc:docMk/>
            <pc:sldMk cId="1151445268" sldId="258"/>
            <ac:spMk id="2" creationId="{9C35916A-9388-F242-9BD8-130FDCC4F4DC}"/>
          </ac:spMkLst>
        </pc:spChg>
        <pc:spChg chg="del">
          <ac:chgData name="祐菜 岡本" userId="31e2b59a501c0726" providerId="LiveId" clId="{CEB672E4-78D8-47D5-914F-E332CC1C85AA}" dt="2026-07-03T15:46:01.282" v="341" actId="478"/>
          <ac:spMkLst>
            <pc:docMk/>
            <pc:sldMk cId="1151445268" sldId="258"/>
            <ac:spMk id="3" creationId="{D42A192D-7E2D-6114-6801-5083F77940B7}"/>
          </ac:spMkLst>
        </pc:spChg>
      </pc:sldChg>
      <pc:sldChg chg="addSp delSp modSp add mod">
        <pc:chgData name="祐菜 岡本" userId="31e2b59a501c0726" providerId="LiveId" clId="{CEB672E4-78D8-47D5-914F-E332CC1C85AA}" dt="2026-07-03T16:09:08.831" v="670" actId="1076"/>
        <pc:sldMkLst>
          <pc:docMk/>
          <pc:sldMk cId="3789887215" sldId="259"/>
        </pc:sldMkLst>
        <pc:spChg chg="add del mod">
          <ac:chgData name="祐菜 岡本" userId="31e2b59a501c0726" providerId="LiveId" clId="{CEB672E4-78D8-47D5-914F-E332CC1C85AA}" dt="2026-07-03T15:48:01.571" v="349" actId="478"/>
          <ac:spMkLst>
            <pc:docMk/>
            <pc:sldMk cId="3789887215" sldId="259"/>
            <ac:spMk id="2" creationId="{2B36D092-05A3-58D1-2A19-826302E5D80D}"/>
          </ac:spMkLst>
        </pc:spChg>
        <pc:spChg chg="add del mod">
          <ac:chgData name="祐菜 岡本" userId="31e2b59a501c0726" providerId="LiveId" clId="{CEB672E4-78D8-47D5-914F-E332CC1C85AA}" dt="2026-07-03T15:48:01.571" v="349" actId="478"/>
          <ac:spMkLst>
            <pc:docMk/>
            <pc:sldMk cId="3789887215" sldId="259"/>
            <ac:spMk id="3" creationId="{9266A3F9-B97C-EC13-B11C-EFEC2EE4C8EE}"/>
          </ac:spMkLst>
        </pc:spChg>
        <pc:spChg chg="add del mod">
          <ac:chgData name="祐菜 岡本" userId="31e2b59a501c0726" providerId="LiveId" clId="{CEB672E4-78D8-47D5-914F-E332CC1C85AA}" dt="2026-07-03T15:48:01.571" v="349" actId="478"/>
          <ac:spMkLst>
            <pc:docMk/>
            <pc:sldMk cId="3789887215" sldId="259"/>
            <ac:spMk id="5" creationId="{A3487D51-D0AF-DDEC-12C3-941CA6AC0968}"/>
          </ac:spMkLst>
        </pc:spChg>
        <pc:spChg chg="del">
          <ac:chgData name="祐菜 岡本" userId="31e2b59a501c0726" providerId="LiveId" clId="{CEB672E4-78D8-47D5-914F-E332CC1C85AA}" dt="2026-07-03T15:47:38.934" v="346" actId="478"/>
          <ac:spMkLst>
            <pc:docMk/>
            <pc:sldMk cId="3789887215" sldId="259"/>
            <ac:spMk id="6" creationId="{5189CAE4-8AE2-743C-0D47-136B0258D41A}"/>
          </ac:spMkLst>
        </pc:spChg>
        <pc:spChg chg="del">
          <ac:chgData name="祐菜 岡本" userId="31e2b59a501c0726" providerId="LiveId" clId="{CEB672E4-78D8-47D5-914F-E332CC1C85AA}" dt="2026-07-03T15:47:34.861" v="345" actId="478"/>
          <ac:spMkLst>
            <pc:docMk/>
            <pc:sldMk cId="3789887215" sldId="259"/>
            <ac:spMk id="7" creationId="{D30338D5-D770-95F9-5FEE-44CC1D6FDD94}"/>
          </ac:spMkLst>
        </pc:spChg>
        <pc:spChg chg="del">
          <ac:chgData name="祐菜 岡本" userId="31e2b59a501c0726" providerId="LiveId" clId="{CEB672E4-78D8-47D5-914F-E332CC1C85AA}" dt="2026-07-03T15:47:34.861" v="345" actId="478"/>
          <ac:spMkLst>
            <pc:docMk/>
            <pc:sldMk cId="3789887215" sldId="259"/>
            <ac:spMk id="8" creationId="{E58FBE3C-384E-8E73-59A4-883AAA6A454F}"/>
          </ac:spMkLst>
        </pc:spChg>
        <pc:spChg chg="del">
          <ac:chgData name="祐菜 岡本" userId="31e2b59a501c0726" providerId="LiveId" clId="{CEB672E4-78D8-47D5-914F-E332CC1C85AA}" dt="2026-07-03T15:47:34.861" v="345" actId="478"/>
          <ac:spMkLst>
            <pc:docMk/>
            <pc:sldMk cId="3789887215" sldId="259"/>
            <ac:spMk id="9" creationId="{6337AFE8-4C45-D103-50CA-6A0C545C9D8C}"/>
          </ac:spMkLst>
        </pc:spChg>
        <pc:spChg chg="mod">
          <ac:chgData name="祐菜 岡本" userId="31e2b59a501c0726" providerId="LiveId" clId="{CEB672E4-78D8-47D5-914F-E332CC1C85AA}" dt="2026-07-03T15:48:10.634" v="351" actId="14100"/>
          <ac:spMkLst>
            <pc:docMk/>
            <pc:sldMk cId="3789887215" sldId="259"/>
            <ac:spMk id="10" creationId="{7F547CA8-EE4A-9900-4607-F3ED309E33B9}"/>
          </ac:spMkLst>
        </pc:spChg>
        <pc:spChg chg="mod">
          <ac:chgData name="祐菜 岡本" userId="31e2b59a501c0726" providerId="LiveId" clId="{CEB672E4-78D8-47D5-914F-E332CC1C85AA}" dt="2026-07-03T16:09:00.933" v="669" actId="207"/>
          <ac:spMkLst>
            <pc:docMk/>
            <pc:sldMk cId="3789887215" sldId="259"/>
            <ac:spMk id="11" creationId="{7F8EE894-2B79-9C51-E602-83981D28E28A}"/>
          </ac:spMkLst>
        </pc:spChg>
        <pc:spChg chg="add del mod">
          <ac:chgData name="祐菜 岡本" userId="31e2b59a501c0726" providerId="LiveId" clId="{CEB672E4-78D8-47D5-914F-E332CC1C85AA}" dt="2026-07-03T15:48:01.571" v="349" actId="478"/>
          <ac:spMkLst>
            <pc:docMk/>
            <pc:sldMk cId="3789887215" sldId="259"/>
            <ac:spMk id="12" creationId="{1478D33C-BE73-7184-F2F4-99E4BE18797D}"/>
          </ac:spMkLst>
        </pc:spChg>
        <pc:spChg chg="add mod">
          <ac:chgData name="祐菜 岡本" userId="31e2b59a501c0726" providerId="LiveId" clId="{CEB672E4-78D8-47D5-914F-E332CC1C85AA}" dt="2026-07-03T15:51:28.181" v="398" actId="207"/>
          <ac:spMkLst>
            <pc:docMk/>
            <pc:sldMk cId="3789887215" sldId="259"/>
            <ac:spMk id="13" creationId="{2A3547A6-19DD-99F8-6C78-8143578FF00A}"/>
          </ac:spMkLst>
        </pc:spChg>
        <pc:spChg chg="add mod">
          <ac:chgData name="祐菜 岡本" userId="31e2b59a501c0726" providerId="LiveId" clId="{CEB672E4-78D8-47D5-914F-E332CC1C85AA}" dt="2026-07-03T16:00:20.249" v="497" actId="1076"/>
          <ac:spMkLst>
            <pc:docMk/>
            <pc:sldMk cId="3789887215" sldId="259"/>
            <ac:spMk id="14" creationId="{2DDDFFE1-9CEE-B265-0EFA-2200414AF3A9}"/>
          </ac:spMkLst>
        </pc:spChg>
        <pc:spChg chg="mod">
          <ac:chgData name="祐菜 岡本" userId="31e2b59a501c0726" providerId="LiveId" clId="{CEB672E4-78D8-47D5-914F-E332CC1C85AA}" dt="2026-07-03T16:08:19.113" v="661" actId="207"/>
          <ac:spMkLst>
            <pc:docMk/>
            <pc:sldMk cId="3789887215" sldId="259"/>
            <ac:spMk id="16" creationId="{70A9CCC9-32AC-214F-CC7C-5146976264B5}"/>
          </ac:spMkLst>
        </pc:spChg>
        <pc:spChg chg="mod">
          <ac:chgData name="祐菜 岡本" userId="31e2b59a501c0726" providerId="LiveId" clId="{CEB672E4-78D8-47D5-914F-E332CC1C85AA}" dt="2026-07-03T16:08:25.640" v="662" actId="207"/>
          <ac:spMkLst>
            <pc:docMk/>
            <pc:sldMk cId="3789887215" sldId="259"/>
            <ac:spMk id="17" creationId="{3A3F12A6-85E4-8D65-3548-0F29482EC395}"/>
          </ac:spMkLst>
        </pc:spChg>
        <pc:spChg chg="del">
          <ac:chgData name="祐菜 岡本" userId="31e2b59a501c0726" providerId="LiveId" clId="{CEB672E4-78D8-47D5-914F-E332CC1C85AA}" dt="2026-07-03T15:47:07.276" v="344" actId="478"/>
          <ac:spMkLst>
            <pc:docMk/>
            <pc:sldMk cId="3789887215" sldId="259"/>
            <ac:spMk id="18" creationId="{D2C7B72C-68A2-3CCD-C8A2-8F6037277CE0}"/>
          </ac:spMkLst>
        </pc:spChg>
        <pc:spChg chg="add del mod">
          <ac:chgData name="祐菜 岡本" userId="31e2b59a501c0726" providerId="LiveId" clId="{CEB672E4-78D8-47D5-914F-E332CC1C85AA}" dt="2026-07-03T15:51:58.300" v="404" actId="478"/>
          <ac:spMkLst>
            <pc:docMk/>
            <pc:sldMk cId="3789887215" sldId="259"/>
            <ac:spMk id="23" creationId="{22682719-448C-4847-B5C5-769A13E4344D}"/>
          </ac:spMkLst>
        </pc:spChg>
        <pc:spChg chg="add mod">
          <ac:chgData name="祐菜 岡本" userId="31e2b59a501c0726" providerId="LiveId" clId="{CEB672E4-78D8-47D5-914F-E332CC1C85AA}" dt="2026-07-03T16:08:29.455" v="663" actId="207"/>
          <ac:spMkLst>
            <pc:docMk/>
            <pc:sldMk cId="3789887215" sldId="259"/>
            <ac:spMk id="25" creationId="{B706346E-CFD8-BB45-BFD1-FE866C2B6131}"/>
          </ac:spMkLst>
        </pc:spChg>
        <pc:spChg chg="add mod">
          <ac:chgData name="祐菜 岡本" userId="31e2b59a501c0726" providerId="LiveId" clId="{CEB672E4-78D8-47D5-914F-E332CC1C85AA}" dt="2026-07-03T16:08:33.121" v="664" actId="207"/>
          <ac:spMkLst>
            <pc:docMk/>
            <pc:sldMk cId="3789887215" sldId="259"/>
            <ac:spMk id="26" creationId="{06D730A6-7386-80DD-5A42-D26A8B6EB648}"/>
          </ac:spMkLst>
        </pc:spChg>
        <pc:spChg chg="add mod">
          <ac:chgData name="祐菜 岡本" userId="31e2b59a501c0726" providerId="LiveId" clId="{CEB672E4-78D8-47D5-914F-E332CC1C85AA}" dt="2026-07-03T15:51:41.159" v="400" actId="207"/>
          <ac:spMkLst>
            <pc:docMk/>
            <pc:sldMk cId="3789887215" sldId="259"/>
            <ac:spMk id="27" creationId="{58C9B3C9-0076-DDBC-824F-CEC2870C58AF}"/>
          </ac:spMkLst>
        </pc:spChg>
        <pc:spChg chg="add mod">
          <ac:chgData name="祐菜 岡本" userId="31e2b59a501c0726" providerId="LiveId" clId="{CEB672E4-78D8-47D5-914F-E332CC1C85AA}" dt="2026-07-03T16:00:30.955" v="499" actId="1076"/>
          <ac:spMkLst>
            <pc:docMk/>
            <pc:sldMk cId="3789887215" sldId="259"/>
            <ac:spMk id="28" creationId="{18455EB3-0C24-2421-8905-1F188CDAD51D}"/>
          </ac:spMkLst>
        </pc:spChg>
        <pc:spChg chg="add mod">
          <ac:chgData name="祐菜 岡本" userId="31e2b59a501c0726" providerId="LiveId" clId="{CEB672E4-78D8-47D5-914F-E332CC1C85AA}" dt="2026-07-03T16:08:50.259" v="667" actId="207"/>
          <ac:spMkLst>
            <pc:docMk/>
            <pc:sldMk cId="3789887215" sldId="259"/>
            <ac:spMk id="29" creationId="{95B9BB64-A384-60EA-2A1A-CD3CD36688BC}"/>
          </ac:spMkLst>
        </pc:spChg>
        <pc:spChg chg="add mod">
          <ac:chgData name="祐菜 岡本" userId="31e2b59a501c0726" providerId="LiveId" clId="{CEB672E4-78D8-47D5-914F-E332CC1C85AA}" dt="2026-07-03T16:08:37.218" v="665" actId="207"/>
          <ac:spMkLst>
            <pc:docMk/>
            <pc:sldMk cId="3789887215" sldId="259"/>
            <ac:spMk id="31" creationId="{E16D717C-8467-5F98-08A1-C7BA8B196070}"/>
          </ac:spMkLst>
        </pc:spChg>
        <pc:spChg chg="add mod">
          <ac:chgData name="祐菜 岡本" userId="31e2b59a501c0726" providerId="LiveId" clId="{CEB672E4-78D8-47D5-914F-E332CC1C85AA}" dt="2026-07-03T16:08:41.879" v="666" actId="207"/>
          <ac:spMkLst>
            <pc:docMk/>
            <pc:sldMk cId="3789887215" sldId="259"/>
            <ac:spMk id="32" creationId="{018B2DE0-3CAC-54D1-F134-6C8F6C062861}"/>
          </ac:spMkLst>
        </pc:spChg>
        <pc:spChg chg="add mod">
          <ac:chgData name="祐菜 岡本" userId="31e2b59a501c0726" providerId="LiveId" clId="{CEB672E4-78D8-47D5-914F-E332CC1C85AA}" dt="2026-07-03T15:51:48.064" v="402" actId="207"/>
          <ac:spMkLst>
            <pc:docMk/>
            <pc:sldMk cId="3789887215" sldId="259"/>
            <ac:spMk id="33" creationId="{92C5F59A-0C59-61CD-F5F5-1654D1CB09A6}"/>
          </ac:spMkLst>
        </pc:spChg>
        <pc:spChg chg="add mod">
          <ac:chgData name="祐菜 岡本" userId="31e2b59a501c0726" providerId="LiveId" clId="{CEB672E4-78D8-47D5-914F-E332CC1C85AA}" dt="2026-07-03T16:08:56.380" v="668" actId="207"/>
          <ac:spMkLst>
            <pc:docMk/>
            <pc:sldMk cId="3789887215" sldId="259"/>
            <ac:spMk id="34" creationId="{18BA7884-8A2E-7084-135D-D5164AEB53BD}"/>
          </ac:spMkLst>
        </pc:spChg>
        <pc:picChg chg="add del mod">
          <ac:chgData name="祐菜 岡本" userId="31e2b59a501c0726" providerId="LiveId" clId="{CEB672E4-78D8-47D5-914F-E332CC1C85AA}" dt="2026-07-03T15:48:01.571" v="349" actId="478"/>
          <ac:picMkLst>
            <pc:docMk/>
            <pc:sldMk cId="3789887215" sldId="259"/>
            <ac:picMk id="4" creationId="{94E44B5F-C2D0-FE06-471C-4D1BB0589A41}"/>
          </ac:picMkLst>
        </pc:picChg>
        <pc:picChg chg="del mod">
          <ac:chgData name="祐菜 岡本" userId="31e2b59a501c0726" providerId="LiveId" clId="{CEB672E4-78D8-47D5-914F-E332CC1C85AA}" dt="2026-07-03T15:51:55.991" v="403" actId="478"/>
          <ac:picMkLst>
            <pc:docMk/>
            <pc:sldMk cId="3789887215" sldId="259"/>
            <ac:picMk id="15" creationId="{B8EE7C49-7DE0-C6DB-052D-FD337B7F9038}"/>
          </ac:picMkLst>
        </pc:picChg>
        <pc:picChg chg="add del mod">
          <ac:chgData name="祐菜 岡本" userId="31e2b59a501c0726" providerId="LiveId" clId="{CEB672E4-78D8-47D5-914F-E332CC1C85AA}" dt="2026-07-03T15:52:00.890" v="405" actId="478"/>
          <ac:picMkLst>
            <pc:docMk/>
            <pc:sldMk cId="3789887215" sldId="259"/>
            <ac:picMk id="24" creationId="{B8C0CA78-9680-AFB9-5733-A5E6C0AACD85}"/>
          </ac:picMkLst>
        </pc:picChg>
        <pc:picChg chg="add del mod">
          <ac:chgData name="祐菜 岡本" userId="31e2b59a501c0726" providerId="LiveId" clId="{CEB672E4-78D8-47D5-914F-E332CC1C85AA}" dt="2026-07-03T15:52:02.654" v="406" actId="478"/>
          <ac:picMkLst>
            <pc:docMk/>
            <pc:sldMk cId="3789887215" sldId="259"/>
            <ac:picMk id="30" creationId="{50286EA0-132F-2D0F-3C76-A1868969C2AD}"/>
          </ac:picMkLst>
        </pc:picChg>
        <pc:picChg chg="add mod">
          <ac:chgData name="祐菜 岡本" userId="31e2b59a501c0726" providerId="LiveId" clId="{CEB672E4-78D8-47D5-914F-E332CC1C85AA}" dt="2026-07-03T15:55:54.232" v="422" actId="1076"/>
          <ac:picMkLst>
            <pc:docMk/>
            <pc:sldMk cId="3789887215" sldId="259"/>
            <ac:picMk id="36" creationId="{435AA5CC-CCF4-2AE9-E42C-821D6BF4FC35}"/>
          </ac:picMkLst>
        </pc:picChg>
        <pc:picChg chg="add del mod">
          <ac:chgData name="祐菜 岡本" userId="31e2b59a501c0726" providerId="LiveId" clId="{CEB672E4-78D8-47D5-914F-E332CC1C85AA}" dt="2026-07-03T15:59:17.959" v="486" actId="478"/>
          <ac:picMkLst>
            <pc:docMk/>
            <pc:sldMk cId="3789887215" sldId="259"/>
            <ac:picMk id="38" creationId="{894C2402-DF04-5962-4370-675656B0A08C}"/>
          </ac:picMkLst>
        </pc:picChg>
        <pc:picChg chg="add del mod">
          <ac:chgData name="祐菜 岡本" userId="31e2b59a501c0726" providerId="LiveId" clId="{CEB672E4-78D8-47D5-914F-E332CC1C85AA}" dt="2026-07-03T15:59:32.688" v="488" actId="478"/>
          <ac:picMkLst>
            <pc:docMk/>
            <pc:sldMk cId="3789887215" sldId="259"/>
            <ac:picMk id="40" creationId="{FE25E4CA-7435-6B68-518E-8FDD7B52050F}"/>
          </ac:picMkLst>
        </pc:picChg>
        <pc:picChg chg="add del mod">
          <ac:chgData name="祐菜 岡本" userId="31e2b59a501c0726" providerId="LiveId" clId="{CEB672E4-78D8-47D5-914F-E332CC1C85AA}" dt="2026-07-03T16:00:13.112" v="496" actId="478"/>
          <ac:picMkLst>
            <pc:docMk/>
            <pc:sldMk cId="3789887215" sldId="259"/>
            <ac:picMk id="42" creationId="{22336ED3-4A7B-2EE8-BB30-7D7E44DDE2D6}"/>
          </ac:picMkLst>
        </pc:picChg>
        <pc:picChg chg="add mod">
          <ac:chgData name="祐菜 岡本" userId="31e2b59a501c0726" providerId="LiveId" clId="{CEB672E4-78D8-47D5-914F-E332CC1C85AA}" dt="2026-07-03T16:09:08.831" v="670" actId="1076"/>
          <ac:picMkLst>
            <pc:docMk/>
            <pc:sldMk cId="3789887215" sldId="259"/>
            <ac:picMk id="44" creationId="{9CC3EECB-B84F-960B-F8BA-09184B4A035A}"/>
          </ac:picMkLst>
        </pc:picChg>
        <pc:picChg chg="add mod">
          <ac:chgData name="祐菜 岡本" userId="31e2b59a501c0726" providerId="LiveId" clId="{CEB672E4-78D8-47D5-914F-E332CC1C85AA}" dt="2026-07-03T15:59:53.633" v="493" actId="1076"/>
          <ac:picMkLst>
            <pc:docMk/>
            <pc:sldMk cId="3789887215" sldId="259"/>
            <ac:picMk id="46" creationId="{B4E60C48-3268-0D10-80B3-5F994AD9D2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21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660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shade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shade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shade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25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85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52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94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440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76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74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23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80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DADABE-6A63-483D-A217-6E3767DCCF9C}" type="datetimeFigureOut">
              <a:rPr kumimoji="1" lang="ja-JP" altLang="en-US" smtClean="0"/>
              <a:t>2026/7/4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4EC8C89-910D-4E8D-B7AF-0C29952850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085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kumimoji="1"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kumimoji="1"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A468191-4307-A6ED-5939-A40C4D17B939}"/>
              </a:ext>
            </a:extLst>
          </p:cNvPr>
          <p:cNvSpPr/>
          <p:nvPr/>
        </p:nvSpPr>
        <p:spPr>
          <a:xfrm>
            <a:off x="6600757" y="5269149"/>
            <a:ext cx="3054485" cy="165370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>
                <a:solidFill>
                  <a:schemeClr val="tx2">
                    <a:lumMod val="50000"/>
                    <a:lumOff val="50000"/>
                  </a:schemeClr>
                </a:solidFill>
              </a:rPr>
              <a:t>スタート</a:t>
            </a:r>
            <a:endParaRPr kumimoji="1" lang="ja-JP" altLang="en-US" sz="40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2F490E-E746-3AF7-75DD-48EBE2D59945}"/>
              </a:ext>
            </a:extLst>
          </p:cNvPr>
          <p:cNvSpPr txBox="1"/>
          <p:nvPr/>
        </p:nvSpPr>
        <p:spPr>
          <a:xfrm>
            <a:off x="4160350" y="3375884"/>
            <a:ext cx="8634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5400" b="1" dirty="0"/>
              <a:t>シューティングゲーム</a:t>
            </a:r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0C8EAF8E-DC35-861D-6E77-2B2280958E7F}"/>
              </a:ext>
            </a:extLst>
          </p:cNvPr>
          <p:cNvSpPr/>
          <p:nvPr/>
        </p:nvSpPr>
        <p:spPr>
          <a:xfrm rot="10800000">
            <a:off x="9226395" y="1623285"/>
            <a:ext cx="857693" cy="923331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470EF802-D4D6-CBE7-BCA2-B8B1430506C0}"/>
              </a:ext>
            </a:extLst>
          </p:cNvPr>
          <p:cNvSpPr/>
          <p:nvPr/>
        </p:nvSpPr>
        <p:spPr>
          <a:xfrm rot="10800000">
            <a:off x="1350105" y="1160651"/>
            <a:ext cx="2020186" cy="2215233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23">
            <a:extLst>
              <a:ext uri="{FF2B5EF4-FFF2-40B4-BE49-F238E27FC236}">
                <a16:creationId xmlns:a16="http://schemas.microsoft.com/office/drawing/2014/main" id="{DE12FD28-91E2-F574-0BA5-47D6A4B7266A}"/>
              </a:ext>
            </a:extLst>
          </p:cNvPr>
          <p:cNvSpPr/>
          <p:nvPr/>
        </p:nvSpPr>
        <p:spPr>
          <a:xfrm>
            <a:off x="845058" y="6192322"/>
            <a:ext cx="1010092" cy="112270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24">
            <a:extLst>
              <a:ext uri="{FF2B5EF4-FFF2-40B4-BE49-F238E27FC236}">
                <a16:creationId xmlns:a16="http://schemas.microsoft.com/office/drawing/2014/main" id="{2E52E93F-A22A-1FDB-DEFA-8628EEAB1C75}"/>
              </a:ext>
            </a:extLst>
          </p:cNvPr>
          <p:cNvSpPr/>
          <p:nvPr/>
        </p:nvSpPr>
        <p:spPr>
          <a:xfrm>
            <a:off x="11353026" y="6245082"/>
            <a:ext cx="1035025" cy="1017181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8A49CD90-871A-80CE-E9C3-55A4A555C566}"/>
              </a:ext>
            </a:extLst>
          </p:cNvPr>
          <p:cNvSpPr/>
          <p:nvPr/>
        </p:nvSpPr>
        <p:spPr>
          <a:xfrm>
            <a:off x="12343219" y="743299"/>
            <a:ext cx="2020186" cy="22152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F4BBB187-B0DB-A8BD-E3C0-BD4A2173618D}"/>
              </a:ext>
            </a:extLst>
          </p:cNvPr>
          <p:cNvSpPr/>
          <p:nvPr/>
        </p:nvSpPr>
        <p:spPr>
          <a:xfrm>
            <a:off x="3997612" y="7892786"/>
            <a:ext cx="2020186" cy="2215233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990828C0-D257-4791-AA85-31CDE3171B3A}"/>
              </a:ext>
            </a:extLst>
          </p:cNvPr>
          <p:cNvSpPr/>
          <p:nvPr/>
        </p:nvSpPr>
        <p:spPr>
          <a:xfrm rot="10800000">
            <a:off x="13071081" y="8608827"/>
            <a:ext cx="2020186" cy="2215233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1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8038575-95F8-5B9E-58DF-E02015965311}"/>
              </a:ext>
            </a:extLst>
          </p:cNvPr>
          <p:cNvSpPr/>
          <p:nvPr/>
        </p:nvSpPr>
        <p:spPr>
          <a:xfrm>
            <a:off x="1346785" y="5243179"/>
            <a:ext cx="13562419" cy="1275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>
                <a:solidFill>
                  <a:schemeClr val="bg1"/>
                </a:solidFill>
              </a:rPr>
              <a:t>プレイ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19C43D1-CC48-7700-AE2B-3904E4A795A2}"/>
              </a:ext>
            </a:extLst>
          </p:cNvPr>
          <p:cNvSpPr/>
          <p:nvPr/>
        </p:nvSpPr>
        <p:spPr>
          <a:xfrm>
            <a:off x="1296735" y="6872112"/>
            <a:ext cx="13562419" cy="1275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>
                <a:solidFill>
                  <a:schemeClr val="bg1"/>
                </a:solidFill>
              </a:rPr>
              <a:t>武器・装備変更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C6392BC-B845-AF11-8AF8-813B8849AE27}"/>
              </a:ext>
            </a:extLst>
          </p:cNvPr>
          <p:cNvSpPr/>
          <p:nvPr/>
        </p:nvSpPr>
        <p:spPr>
          <a:xfrm>
            <a:off x="1346786" y="8382443"/>
            <a:ext cx="13562419" cy="1275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>
                <a:solidFill>
                  <a:schemeClr val="bg1"/>
                </a:solidFill>
              </a:rPr>
              <a:t>ステージ選択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8668D7C-2FF5-12A8-A011-67B5BD96CA27}"/>
              </a:ext>
            </a:extLst>
          </p:cNvPr>
          <p:cNvSpPr/>
          <p:nvPr/>
        </p:nvSpPr>
        <p:spPr>
          <a:xfrm>
            <a:off x="1346786" y="9952075"/>
            <a:ext cx="13562419" cy="1275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>
                <a:solidFill>
                  <a:schemeClr val="bg1"/>
                </a:solidFill>
              </a:rPr>
              <a:t>レベルアップ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206764A-A08E-9BD1-83D7-BEA7DDF03201}"/>
              </a:ext>
            </a:extLst>
          </p:cNvPr>
          <p:cNvSpPr/>
          <p:nvPr/>
        </p:nvSpPr>
        <p:spPr>
          <a:xfrm>
            <a:off x="1346785" y="2086637"/>
            <a:ext cx="13562419" cy="25863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8B768F63-10C5-12A1-4791-B4E84E37B734}"/>
              </a:ext>
            </a:extLst>
          </p:cNvPr>
          <p:cNvSpPr/>
          <p:nvPr/>
        </p:nvSpPr>
        <p:spPr>
          <a:xfrm>
            <a:off x="1786268" y="2284668"/>
            <a:ext cx="2296633" cy="2190308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グラフィックス 14" descr="エイリアンの顔 単色塗りつぶし">
            <a:extLst>
              <a:ext uri="{FF2B5EF4-FFF2-40B4-BE49-F238E27FC236}">
                <a16:creationId xmlns:a16="http://schemas.microsoft.com/office/drawing/2014/main" id="{B2E88F7D-5C10-152F-08CF-EF798ED6F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6268" y="2228182"/>
            <a:ext cx="2303279" cy="230327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4160D0C-25ED-D7D7-236A-8C841F163100}"/>
              </a:ext>
            </a:extLst>
          </p:cNvPr>
          <p:cNvSpPr txBox="1"/>
          <p:nvPr/>
        </p:nvSpPr>
        <p:spPr>
          <a:xfrm>
            <a:off x="4933070" y="2454790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ユーザー名　　</a:t>
            </a:r>
            <a:r>
              <a:rPr kumimoji="1" lang="en-US" altLang="ja-JP" sz="4000" b="1" dirty="0">
                <a:solidFill>
                  <a:schemeClr val="bg1"/>
                </a:solidFill>
              </a:rPr>
              <a:t>LV.15</a:t>
            </a:r>
            <a:endParaRPr kumimoji="1" lang="ja-JP" altLang="en-US" sz="4000" b="1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5FDDA7-BA1E-22E4-6C87-DF35A20C7D88}"/>
              </a:ext>
            </a:extLst>
          </p:cNvPr>
          <p:cNvSpPr txBox="1"/>
          <p:nvPr/>
        </p:nvSpPr>
        <p:spPr>
          <a:xfrm>
            <a:off x="4933070" y="3456401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</a:rPr>
              <a:t>次のレベルまで　</a:t>
            </a:r>
            <a:r>
              <a:rPr kumimoji="1" lang="en-US" altLang="ja-JP" sz="4000" dirty="0">
                <a:solidFill>
                  <a:schemeClr val="bg1"/>
                </a:solidFill>
              </a:rPr>
              <a:t>240EXP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5DFDEBF-1B2B-FDB9-8F8C-E01E8A209BD0}"/>
              </a:ext>
            </a:extLst>
          </p:cNvPr>
          <p:cNvSpPr txBox="1"/>
          <p:nvPr/>
        </p:nvSpPr>
        <p:spPr>
          <a:xfrm>
            <a:off x="1346785" y="1514373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STAGE 1-3</a:t>
            </a:r>
            <a:endParaRPr kumimoji="1" lang="ja-JP" altLang="en-US" sz="4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DB9BB07-1900-118C-C01F-D0F9BE1A00F6}"/>
              </a:ext>
            </a:extLst>
          </p:cNvPr>
          <p:cNvSpPr txBox="1"/>
          <p:nvPr/>
        </p:nvSpPr>
        <p:spPr>
          <a:xfrm>
            <a:off x="1296735" y="573956"/>
            <a:ext cx="1127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HP</a:t>
            </a:r>
            <a:endParaRPr kumimoji="1" lang="ja-JP" altLang="en-US" sz="40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4646907-7060-1E3D-B75C-166E1F20BBBA}"/>
              </a:ext>
            </a:extLst>
          </p:cNvPr>
          <p:cNvSpPr/>
          <p:nvPr/>
        </p:nvSpPr>
        <p:spPr>
          <a:xfrm>
            <a:off x="2424223" y="581532"/>
            <a:ext cx="4831907" cy="69234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結合子 20">
            <a:extLst>
              <a:ext uri="{FF2B5EF4-FFF2-40B4-BE49-F238E27FC236}">
                <a16:creationId xmlns:a16="http://schemas.microsoft.com/office/drawing/2014/main" id="{9FEE94ED-A45C-AB99-0C50-2528BFBFEB93}"/>
              </a:ext>
            </a:extLst>
          </p:cNvPr>
          <p:cNvSpPr/>
          <p:nvPr/>
        </p:nvSpPr>
        <p:spPr>
          <a:xfrm>
            <a:off x="10710536" y="565989"/>
            <a:ext cx="489097" cy="707886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B28E9E1-5806-E95A-7287-C86B7C491919}"/>
              </a:ext>
            </a:extLst>
          </p:cNvPr>
          <p:cNvSpPr txBox="1"/>
          <p:nvPr/>
        </p:nvSpPr>
        <p:spPr>
          <a:xfrm>
            <a:off x="11535581" y="565989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rgbClr val="FFFF00"/>
                </a:solidFill>
              </a:rPr>
              <a:t>3200</a:t>
            </a:r>
            <a:endParaRPr kumimoji="1" lang="ja-JP" altLang="en-US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77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08D-30BF-4014-5D15-E68E4295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F547CA8-EE4A-9900-4607-F3ED309E33B9}"/>
              </a:ext>
            </a:extLst>
          </p:cNvPr>
          <p:cNvSpPr/>
          <p:nvPr/>
        </p:nvSpPr>
        <p:spPr>
          <a:xfrm>
            <a:off x="1346785" y="2220215"/>
            <a:ext cx="13562419" cy="23112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フローチャート: 結合子 10">
            <a:extLst>
              <a:ext uri="{FF2B5EF4-FFF2-40B4-BE49-F238E27FC236}">
                <a16:creationId xmlns:a16="http://schemas.microsoft.com/office/drawing/2014/main" id="{7F8EE894-2B79-9C51-E602-83981D28E28A}"/>
              </a:ext>
            </a:extLst>
          </p:cNvPr>
          <p:cNvSpPr/>
          <p:nvPr/>
        </p:nvSpPr>
        <p:spPr>
          <a:xfrm>
            <a:off x="1668584" y="2454790"/>
            <a:ext cx="1854574" cy="1821883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A9CCC9-32AC-214F-CC7C-5146976264B5}"/>
              </a:ext>
            </a:extLst>
          </p:cNvPr>
          <p:cNvSpPr txBox="1"/>
          <p:nvPr/>
        </p:nvSpPr>
        <p:spPr>
          <a:xfrm>
            <a:off x="4933070" y="2454790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ノーマルビーム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3F12A6-85E4-8D65-3548-0F29482EC395}"/>
              </a:ext>
            </a:extLst>
          </p:cNvPr>
          <p:cNvSpPr txBox="1"/>
          <p:nvPr/>
        </p:nvSpPr>
        <p:spPr>
          <a:xfrm>
            <a:off x="4933070" y="3456401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ATK</a:t>
            </a:r>
            <a:r>
              <a:rPr kumimoji="1" lang="ja-JP" altLang="en-US" sz="4000" dirty="0">
                <a:solidFill>
                  <a:schemeClr val="bg1"/>
                </a:solidFill>
              </a:rPr>
              <a:t>　</a:t>
            </a:r>
            <a:r>
              <a:rPr kumimoji="1" lang="en-US" altLang="ja-JP" sz="4000" dirty="0">
                <a:solidFill>
                  <a:schemeClr val="bg1"/>
                </a:solidFill>
              </a:rPr>
              <a:t>10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D265820-30ED-300F-AB15-EA28EC953ED5}"/>
              </a:ext>
            </a:extLst>
          </p:cNvPr>
          <p:cNvSpPr txBox="1"/>
          <p:nvPr/>
        </p:nvSpPr>
        <p:spPr>
          <a:xfrm>
            <a:off x="1296735" y="573956"/>
            <a:ext cx="1127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HP</a:t>
            </a:r>
            <a:endParaRPr kumimoji="1" lang="ja-JP" altLang="en-US" sz="40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241CFB8-1B2D-9E9C-D272-DA8C8EFEB502}"/>
              </a:ext>
            </a:extLst>
          </p:cNvPr>
          <p:cNvSpPr/>
          <p:nvPr/>
        </p:nvSpPr>
        <p:spPr>
          <a:xfrm>
            <a:off x="2424223" y="581532"/>
            <a:ext cx="4831907" cy="69234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結合子 20">
            <a:extLst>
              <a:ext uri="{FF2B5EF4-FFF2-40B4-BE49-F238E27FC236}">
                <a16:creationId xmlns:a16="http://schemas.microsoft.com/office/drawing/2014/main" id="{EBF30EE1-A7D3-4A0F-1D49-D51A296835CA}"/>
              </a:ext>
            </a:extLst>
          </p:cNvPr>
          <p:cNvSpPr/>
          <p:nvPr/>
        </p:nvSpPr>
        <p:spPr>
          <a:xfrm>
            <a:off x="10710536" y="565989"/>
            <a:ext cx="489097" cy="707886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53773B-E744-9928-D3EA-CA052F4D55A2}"/>
              </a:ext>
            </a:extLst>
          </p:cNvPr>
          <p:cNvSpPr txBox="1"/>
          <p:nvPr/>
        </p:nvSpPr>
        <p:spPr>
          <a:xfrm>
            <a:off x="11535581" y="565989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rgbClr val="FFFF00"/>
                </a:solidFill>
              </a:rPr>
              <a:t>3200</a:t>
            </a:r>
            <a:endParaRPr kumimoji="1" lang="ja-JP" altLang="en-US" sz="4000" dirty="0">
              <a:solidFill>
                <a:srgbClr val="FFFF00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A3547A6-19DD-99F8-6C78-8143578FF00A}"/>
              </a:ext>
            </a:extLst>
          </p:cNvPr>
          <p:cNvSpPr/>
          <p:nvPr/>
        </p:nvSpPr>
        <p:spPr>
          <a:xfrm>
            <a:off x="11804143" y="2740501"/>
            <a:ext cx="2703464" cy="104275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solidFill>
                  <a:schemeClr val="tx1"/>
                </a:solidFill>
              </a:rPr>
              <a:t>装備中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DDDFFE1-9CEE-B265-0EFA-2200414AF3A9}"/>
              </a:ext>
            </a:extLst>
          </p:cNvPr>
          <p:cNvSpPr/>
          <p:nvPr/>
        </p:nvSpPr>
        <p:spPr>
          <a:xfrm>
            <a:off x="1296735" y="5032473"/>
            <a:ext cx="13562419" cy="23112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706346E-CFD8-BB45-BFD1-FE866C2B6131}"/>
              </a:ext>
            </a:extLst>
          </p:cNvPr>
          <p:cNvSpPr txBox="1"/>
          <p:nvPr/>
        </p:nvSpPr>
        <p:spPr>
          <a:xfrm>
            <a:off x="4883020" y="5267048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レーザーキャノン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6D730A6-7386-80DD-5A42-D26A8B6EB648}"/>
              </a:ext>
            </a:extLst>
          </p:cNvPr>
          <p:cNvSpPr txBox="1"/>
          <p:nvPr/>
        </p:nvSpPr>
        <p:spPr>
          <a:xfrm>
            <a:off x="4883020" y="6268659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ATK</a:t>
            </a:r>
            <a:r>
              <a:rPr kumimoji="1" lang="ja-JP" altLang="en-US" sz="4000" dirty="0">
                <a:solidFill>
                  <a:schemeClr val="bg1"/>
                </a:solidFill>
              </a:rPr>
              <a:t>　</a:t>
            </a:r>
            <a:r>
              <a:rPr kumimoji="1" lang="en-US" altLang="ja-JP" sz="4000" dirty="0">
                <a:solidFill>
                  <a:schemeClr val="bg1"/>
                </a:solidFill>
              </a:rPr>
              <a:t>22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58C9B3C9-0076-DDBC-824F-CEC2870C58AF}"/>
              </a:ext>
            </a:extLst>
          </p:cNvPr>
          <p:cNvSpPr/>
          <p:nvPr/>
        </p:nvSpPr>
        <p:spPr>
          <a:xfrm>
            <a:off x="11754093" y="5552759"/>
            <a:ext cx="2703464" cy="10427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solidFill>
                  <a:schemeClr val="tx1"/>
                </a:solidFill>
              </a:rPr>
              <a:t>装備する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8455EB3-0C24-2421-8905-1F188CDAD51D}"/>
              </a:ext>
            </a:extLst>
          </p:cNvPr>
          <p:cNvSpPr/>
          <p:nvPr/>
        </p:nvSpPr>
        <p:spPr>
          <a:xfrm>
            <a:off x="1346785" y="7844731"/>
            <a:ext cx="13562419" cy="23112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フローチャート: 結合子 28">
            <a:extLst>
              <a:ext uri="{FF2B5EF4-FFF2-40B4-BE49-F238E27FC236}">
                <a16:creationId xmlns:a16="http://schemas.microsoft.com/office/drawing/2014/main" id="{95B9BB64-A384-60EA-2A1A-CD3CD36688BC}"/>
              </a:ext>
            </a:extLst>
          </p:cNvPr>
          <p:cNvSpPr/>
          <p:nvPr/>
        </p:nvSpPr>
        <p:spPr>
          <a:xfrm>
            <a:off x="1798443" y="8027304"/>
            <a:ext cx="1854574" cy="1821883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6D717C-8467-5F98-08A1-C7BA8B196070}"/>
              </a:ext>
            </a:extLst>
          </p:cNvPr>
          <p:cNvSpPr txBox="1"/>
          <p:nvPr/>
        </p:nvSpPr>
        <p:spPr>
          <a:xfrm>
            <a:off x="4883020" y="8079306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ホーミングミサイル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18B2DE0-3CAC-54D1-F134-6C8F6C062861}"/>
              </a:ext>
            </a:extLst>
          </p:cNvPr>
          <p:cNvSpPr txBox="1"/>
          <p:nvPr/>
        </p:nvSpPr>
        <p:spPr>
          <a:xfrm>
            <a:off x="4933070" y="9081491"/>
            <a:ext cx="7272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ATK</a:t>
            </a:r>
            <a:r>
              <a:rPr kumimoji="1" lang="ja-JP" altLang="en-US" sz="4000" dirty="0">
                <a:solidFill>
                  <a:schemeClr val="bg1"/>
                </a:solidFill>
              </a:rPr>
              <a:t>　</a:t>
            </a:r>
            <a:r>
              <a:rPr kumimoji="1" lang="en-US" altLang="ja-JP" sz="4000" dirty="0">
                <a:solidFill>
                  <a:schemeClr val="bg1"/>
                </a:solidFill>
              </a:rPr>
              <a:t>30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92C5F59A-0C59-61CD-F5F5-1654D1CB09A6}"/>
              </a:ext>
            </a:extLst>
          </p:cNvPr>
          <p:cNvSpPr/>
          <p:nvPr/>
        </p:nvSpPr>
        <p:spPr>
          <a:xfrm>
            <a:off x="11754093" y="8365017"/>
            <a:ext cx="2703464" cy="10427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>
                <a:solidFill>
                  <a:schemeClr val="tx1"/>
                </a:solidFill>
              </a:rPr>
              <a:t>装備する</a:t>
            </a:r>
          </a:p>
        </p:txBody>
      </p:sp>
      <p:sp>
        <p:nvSpPr>
          <p:cNvPr id="34" name="フローチャート: 結合子 33">
            <a:extLst>
              <a:ext uri="{FF2B5EF4-FFF2-40B4-BE49-F238E27FC236}">
                <a16:creationId xmlns:a16="http://schemas.microsoft.com/office/drawing/2014/main" id="{18BA7884-8A2E-7084-135D-D5164AEB53BD}"/>
              </a:ext>
            </a:extLst>
          </p:cNvPr>
          <p:cNvSpPr/>
          <p:nvPr/>
        </p:nvSpPr>
        <p:spPr>
          <a:xfrm>
            <a:off x="1798443" y="5357717"/>
            <a:ext cx="1854574" cy="1821883"/>
          </a:xfrm>
          <a:prstGeom prst="flowChartConnector">
            <a:avLst/>
          </a:prstGeom>
          <a:solidFill>
            <a:schemeClr val="bg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グラフィックス 35" descr="ロケット 単色塗りつぶし">
            <a:extLst>
              <a:ext uri="{FF2B5EF4-FFF2-40B4-BE49-F238E27FC236}">
                <a16:creationId xmlns:a16="http://schemas.microsoft.com/office/drawing/2014/main" id="{435AA5CC-CCF4-2AE9-E42C-821D6BF4F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8949386">
            <a:off x="1978138" y="8304512"/>
            <a:ext cx="1495183" cy="1495183"/>
          </a:xfrm>
          <a:prstGeom prst="rect">
            <a:avLst/>
          </a:prstGeom>
        </p:spPr>
      </p:pic>
      <p:pic>
        <p:nvPicPr>
          <p:cNvPr id="44" name="グラフィックス 43" descr="衝突 単色塗りつぶし">
            <a:extLst>
              <a:ext uri="{FF2B5EF4-FFF2-40B4-BE49-F238E27FC236}">
                <a16:creationId xmlns:a16="http://schemas.microsoft.com/office/drawing/2014/main" id="{9CC3EECB-B84F-960B-F8BA-09184B4A03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0479" y="2673487"/>
            <a:ext cx="1384487" cy="1384487"/>
          </a:xfrm>
          <a:prstGeom prst="rect">
            <a:avLst/>
          </a:prstGeom>
        </p:spPr>
      </p:pic>
      <p:pic>
        <p:nvPicPr>
          <p:cNvPr id="46" name="グラフィックス 45" descr="彗星 単色塗りつぶし">
            <a:extLst>
              <a:ext uri="{FF2B5EF4-FFF2-40B4-BE49-F238E27FC236}">
                <a16:creationId xmlns:a16="http://schemas.microsoft.com/office/drawing/2014/main" id="{B4E60C48-3268-0D10-80B3-5F994AD9D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0116" y="5516367"/>
            <a:ext cx="1343458" cy="134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8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39</Words>
  <Application>Microsoft Office PowerPoint</Application>
  <PresentationFormat>ユーザー設定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祐菜 岡本</dc:creator>
  <cp:lastModifiedBy>祐菜 岡本</cp:lastModifiedBy>
  <cp:revision>1</cp:revision>
  <dcterms:created xsi:type="dcterms:W3CDTF">2026-07-01T02:15:54Z</dcterms:created>
  <dcterms:modified xsi:type="dcterms:W3CDTF">2026-07-03T16:14:10Z</dcterms:modified>
</cp:coreProperties>
</file>