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200"/>
    <a:srgbClr val="E4E4E4"/>
    <a:srgbClr val="A1A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AC0C6-D703-410F-A6C7-58F8104C822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C84C0-2DA6-4FA4-B5C1-E856E002FB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427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C84C0-2DA6-4FA4-B5C1-E856E002FB4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36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431F2-B2AB-A7CD-1547-F0E92D917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3C760D-863C-8AE3-C1FF-89AC87B09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BC508-CF0B-B271-03D9-42DB4984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020247-980F-6E51-2991-A27F0864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419C1B-83D0-1EF0-1952-2AF5F9DA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192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76AB71-2B4D-9965-0414-1C85AB42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0C2C89-061D-E42B-D5F2-25FDC5A89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2456F5-AAF4-8CA8-1EA0-07B1BA76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A30FA4-6D1A-F6B2-72CC-CCF54982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58AB20-300F-B5E5-9154-D0882FB4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7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14A68-A7A3-EC28-A941-34989A61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BFFC56-7E20-1D31-C883-14BD59829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46FF57-3494-83F0-24AC-39F75891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40506F-A4CA-3AA0-0B6C-67F2DDCD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058467-5C19-51BA-CD9A-F1C1579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72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C6045C-4E5C-9230-B1A2-49152855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9BD259-033C-3C51-4A64-AB275280A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14F004-5531-0C7F-DEE5-7777CFC47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D040E3-4DF1-427E-9081-EE9FF0C0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2A4D3B-8D09-1448-6EC5-FF755718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6741A5-879A-779E-45EB-BFC5513F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8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FD56B-126D-11B5-1BE6-7425E9BA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34D6D4-BBC2-5AA2-4371-87B8B512B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91E502-FF2B-EBBF-3376-BCA2476F0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E07960-53E9-0BEA-1ED4-914830380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31CDEA-47FF-7021-5CFF-F09FAC690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76C842-ED68-0760-23FB-4064D657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2A2755-8854-8C6E-DB16-E1DA2299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9387910-E461-1C05-31C3-E6502974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6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402DB-D571-7A8C-5397-F28A2B3C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A812A38-AE22-4C1B-6BEE-1E7AFAF3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B6E8B0F-E19D-E7BB-75FE-F1904BF9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AE731E-020A-992D-C9EB-94770EE8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46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80958DF-3558-04FE-FDBA-FE289151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6FEC92-B1E7-C036-85E5-CF6D7855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365A6F-AEFA-5AA9-1D27-24FDE818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00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4FA420-11E0-E086-B7C2-9BEB122E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B23C5-4DEE-C914-64A2-9C1324AB3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40050C-C458-4680-B6D6-6BCF711B5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68FEDE-7F04-F384-B28F-BCCA1DF6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8364EA-54BE-9FF6-6B45-323E52AF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26AE41-4BB1-C333-819C-8908FD34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99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31C1A-FCF4-E593-9D58-1AB9FF97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EE8C04-9AD4-F338-D312-B284D74D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4A2949-2008-75CE-B207-E28DD1536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3CC214-6829-57B3-3E60-5099309D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3F2EB4-86EC-1A15-1379-696EA8A5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99298F-0194-8070-23B7-E9E3F29E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33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54A4C-13CB-63F6-00B2-C78D2605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140B9E-21BD-9CB1-3EA8-11C7DE3E9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DA59C-23B9-EB82-AFB4-A79059D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3056C5-1EE9-8F56-AA48-16392B10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8A6D8A-3DF8-D4A2-32D3-6A0F7F11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399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FB17E0-5C74-180D-C24E-826624F57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61CB42-E892-BA25-1158-4E5E3E801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2A23D4-7EE0-4D50-9174-E2A4AA07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15B082-A02E-7DEC-1E8B-1DC3B45B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4202B6-129E-EF94-41FC-38CAD0D3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77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F83C81-60DD-C5C1-8F33-13C8BCE8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AB472A-BA02-7B1D-5ED8-44C1ECCBD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EB60FF-305E-F702-58F5-1B1AF207D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D7958-BDE5-48B1-B46A-072711E14C90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E3B419-FCA9-8832-64CA-80FA27510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CF9D5-CE76-D8CF-02DF-7C407FA45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D9508-8120-4175-8A69-43EAE01503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28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068A4A-7B58-9DA5-125B-D0FE963B77D9}"/>
              </a:ext>
            </a:extLst>
          </p:cNvPr>
          <p:cNvSpPr txBox="1"/>
          <p:nvPr/>
        </p:nvSpPr>
        <p:spPr>
          <a:xfrm>
            <a:off x="3364523" y="2063096"/>
            <a:ext cx="54629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600" dirty="0">
                <a:solidFill>
                  <a:srgbClr val="FF0000"/>
                </a:solidFill>
              </a:rPr>
              <a:t>GAME OVER</a:t>
            </a:r>
            <a:endParaRPr kumimoji="1" lang="ja-JP" altLang="en-US" sz="66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0EF4BE-CC75-2E24-2ED8-104510EC0386}"/>
              </a:ext>
            </a:extLst>
          </p:cNvPr>
          <p:cNvSpPr txBox="1"/>
          <p:nvPr/>
        </p:nvSpPr>
        <p:spPr>
          <a:xfrm>
            <a:off x="3645876" y="3686909"/>
            <a:ext cx="5181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0000"/>
                </a:solidFill>
              </a:rPr>
              <a:t>STAGE 1-3</a:t>
            </a:r>
            <a:r>
              <a:rPr kumimoji="1" lang="ja-JP" altLang="en-US" sz="3200" dirty="0">
                <a:solidFill>
                  <a:srgbClr val="FF0000"/>
                </a:solidFill>
              </a:rPr>
              <a:t>　で撃破された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1ED52E2-87A3-09A1-942F-FE7297CFFEA4}"/>
              </a:ext>
            </a:extLst>
          </p:cNvPr>
          <p:cNvSpPr/>
          <p:nvPr/>
        </p:nvSpPr>
        <p:spPr>
          <a:xfrm>
            <a:off x="2262554" y="4389778"/>
            <a:ext cx="7666892" cy="9333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リトライ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32C43C-6C2F-BC98-6772-1DBFCC021A2D}"/>
              </a:ext>
            </a:extLst>
          </p:cNvPr>
          <p:cNvSpPr/>
          <p:nvPr/>
        </p:nvSpPr>
        <p:spPr>
          <a:xfrm>
            <a:off x="2262554" y="5608464"/>
            <a:ext cx="7666892" cy="9333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ホームに戻る</a:t>
            </a:r>
          </a:p>
        </p:txBody>
      </p:sp>
    </p:spTree>
    <p:extLst>
      <p:ext uri="{BB962C8B-B14F-4D97-AF65-F5344CB8AC3E}">
        <p14:creationId xmlns:p14="http://schemas.microsoft.com/office/powerpoint/2010/main" val="89121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18AABE8-DFF3-C993-506C-EFE3EBA8FEE9}"/>
              </a:ext>
            </a:extLst>
          </p:cNvPr>
          <p:cNvSpPr/>
          <p:nvPr/>
        </p:nvSpPr>
        <p:spPr>
          <a:xfrm>
            <a:off x="7831015" y="1805354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１－３</a:t>
            </a:r>
            <a:endParaRPr kumimoji="1" lang="ja-JP" altLang="en-US" sz="28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5A5DB55-1B3B-D493-4931-9DCABD687D89}"/>
              </a:ext>
            </a:extLst>
          </p:cNvPr>
          <p:cNvSpPr/>
          <p:nvPr/>
        </p:nvSpPr>
        <p:spPr>
          <a:xfrm>
            <a:off x="5205046" y="1805354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１－２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92FF205-0102-83E8-7131-E20F35A2C546}"/>
              </a:ext>
            </a:extLst>
          </p:cNvPr>
          <p:cNvSpPr/>
          <p:nvPr/>
        </p:nvSpPr>
        <p:spPr>
          <a:xfrm>
            <a:off x="2579077" y="3886200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１－４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E91C0DF-1979-DAE3-E6AA-066AE80DB3E9}"/>
              </a:ext>
            </a:extLst>
          </p:cNvPr>
          <p:cNvSpPr/>
          <p:nvPr/>
        </p:nvSpPr>
        <p:spPr>
          <a:xfrm>
            <a:off x="5205046" y="3886200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１－５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A9EFAD2-CE8C-D2A0-BBB0-51CA3F60FF13}"/>
              </a:ext>
            </a:extLst>
          </p:cNvPr>
          <p:cNvSpPr/>
          <p:nvPr/>
        </p:nvSpPr>
        <p:spPr>
          <a:xfrm>
            <a:off x="7831015" y="3886200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１－６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09A4835-5EFC-25B5-CDDC-17EF26D1DD25}"/>
              </a:ext>
            </a:extLst>
          </p:cNvPr>
          <p:cNvSpPr/>
          <p:nvPr/>
        </p:nvSpPr>
        <p:spPr>
          <a:xfrm>
            <a:off x="2579077" y="1805354"/>
            <a:ext cx="1781908" cy="1623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１－１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1D58F10-D2A7-86BB-2B56-79BF841890D5}"/>
              </a:ext>
            </a:extLst>
          </p:cNvPr>
          <p:cNvSpPr/>
          <p:nvPr/>
        </p:nvSpPr>
        <p:spPr>
          <a:xfrm>
            <a:off x="8956431" y="281354"/>
            <a:ext cx="492369" cy="468923"/>
          </a:xfrm>
          <a:prstGeom prst="ellipse">
            <a:avLst/>
          </a:prstGeom>
          <a:solidFill>
            <a:srgbClr val="D7D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B9FF836-185E-7AB9-AEB8-8E0AD27AE9FA}"/>
              </a:ext>
            </a:extLst>
          </p:cNvPr>
          <p:cNvSpPr txBox="1"/>
          <p:nvPr/>
        </p:nvSpPr>
        <p:spPr>
          <a:xfrm>
            <a:off x="9612922" y="331149"/>
            <a:ext cx="2016369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D7D200"/>
                </a:solidFill>
              </a:rPr>
              <a:t>3200</a:t>
            </a:r>
            <a:endParaRPr kumimoji="1" lang="ja-JP" altLang="en-US" sz="2400" dirty="0">
              <a:solidFill>
                <a:srgbClr val="D7D200"/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B4C47E4-DBDF-65C4-25D7-A6807ED706A1}"/>
              </a:ext>
            </a:extLst>
          </p:cNvPr>
          <p:cNvSpPr/>
          <p:nvPr/>
        </p:nvSpPr>
        <p:spPr>
          <a:xfrm>
            <a:off x="2743200" y="499023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9A30E472-2CDD-856B-A932-E5CF488AE091}"/>
              </a:ext>
            </a:extLst>
          </p:cNvPr>
          <p:cNvSpPr/>
          <p:nvPr/>
        </p:nvSpPr>
        <p:spPr>
          <a:xfrm>
            <a:off x="2195146" y="365146"/>
            <a:ext cx="767861" cy="46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817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20</Words>
  <Application>Microsoft Office PowerPoint</Application>
  <PresentationFormat>ワイド画面</PresentationFormat>
  <Paragraphs>13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TONOMOTO Keita</dc:creator>
  <cp:lastModifiedBy>TONOMOTO Keita</cp:lastModifiedBy>
  <cp:revision>1</cp:revision>
  <dcterms:created xsi:type="dcterms:W3CDTF">2026-07-01T02:40:43Z</dcterms:created>
  <dcterms:modified xsi:type="dcterms:W3CDTF">2026-07-01T09:18:08Z</dcterms:modified>
</cp:coreProperties>
</file>